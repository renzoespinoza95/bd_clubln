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1" r:id="rId3"/>
    <p:sldId id="285" r:id="rId4"/>
    <p:sldId id="284" r:id="rId5"/>
    <p:sldId id="286" r:id="rId6"/>
    <p:sldId id="288" r:id="rId7"/>
    <p:sldId id="283" r:id="rId8"/>
    <p:sldId id="282" r:id="rId9"/>
    <p:sldId id="287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086AD-51ED-737D-1ED4-230635B7E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7EB2BA-21B8-9699-9EF6-8E1DAFF3C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78EF7D-2F41-BDAE-6613-34C09DA7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4F560E-1982-7151-36D2-04ADDB8B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583A3-EF7D-2B73-64EB-DF2A8EA3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6793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018B5-3722-77C7-3F70-4B53C45A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33282-AE06-2029-F19D-73D508875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F4BDD4-D7EB-B852-FC44-85767A40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16F572-AA75-76D7-BB23-241BF5B7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7BA037-CC7B-B84F-850A-3F2E4FD6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4506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63AFE-A4EF-8B17-506F-D6E6F368B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E1F16E-7562-7065-B5C0-7E703C390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85EC7B-0ECC-60CE-6CD8-707F72504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906EA-34B1-DDC9-8D9B-4F75412E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6FFBAC-A335-0735-32D5-38A014E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8164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B43BA-CC31-3934-BB09-AE26A5B51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91C2F8-911C-6220-5231-67C71F965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7CA3EC-4116-FDC0-45F9-CB6AB7782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2553A5-3C6A-2D45-28DB-1B432D54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E49FA1-30A6-52BD-2A1B-6443B506D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19BC7A-2DB4-A480-1019-0D7FB930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034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03841-CFB5-DEA1-FBFB-FBB157802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194329-C7E8-7D4C-27CE-3703D1F0D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7BC2BE-50FE-5ABA-B302-9205AF79A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DD7CE4-299A-581A-2FD2-B32E72637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8FF71E1-035C-10AC-CD36-37D1FB1E7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2583C4-1722-F646-DD9F-BCBD0A6D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74E9D10-AF6C-47B2-B9B7-C415CFCB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09BFB1-75D0-4F65-3E0D-D6088E3B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556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D92F8-8D38-D234-FD38-B87C7961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D3E26B4-7ED2-9BE9-6381-EF78EB2A9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ABB2A4-1C0D-2BDA-FA55-F96112C9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135199-EBE3-D42B-D391-1E037342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973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C00D1D0-7E3E-0239-1E55-6503AB65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C2E122-118C-D304-B811-8B7B2EE6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DCC002-028A-C57E-3436-1F3F18E1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926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32818-3A31-5732-A81B-66A21C49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2C3AC5-ACC5-FC20-9744-F92F348FF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C25B2B-B8F5-2E91-97C6-92695A4E0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A025B6-7C42-68A7-009F-B8B51D04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D8EBC9-71D8-763C-F704-19E4E7BE7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E90185-9373-65AE-7D6E-9BB2F4A7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26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56F63-06C4-0D37-BE1A-977A7DA0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057D43-B3D6-7B85-8E52-201602ACE9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A82866-09F8-D831-55DD-D734196FD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9314D2-756D-15F3-4887-FD2A0A38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8DDCCF-9A81-FEDB-A221-34616581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5B6300-7686-F934-1EFF-534E606D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801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26271-1014-8AF3-0540-D49FCF34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4AE284-180A-5413-F7D9-ACDFC94AC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165FC-B47F-759E-1797-F44D1540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E4DD11-04EF-F151-8318-990EDEB8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3C7A1E-280B-7C5C-AE5F-FC213B62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63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CAC50A-1ECA-AF77-21EA-6DCA091FE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7F84EB-B0E8-1116-EEB9-6B05B9D6A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3593A0-C675-2B9F-6B3D-82AA1405E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855D1-308A-D4AB-B6A3-87554769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77A68A-6D0D-19F4-60D1-26848B64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337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B91DFA-BF5D-EB45-7F6C-CC7B12849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557B74-FA6E-34BF-5723-A8B2207AE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332E5A-0C41-12EC-965F-60EF589B5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494AB-5B7A-49CC-87E2-7E9CD7083334}" type="datetimeFigureOut">
              <a:rPr lang="es-PE" smtClean="0"/>
              <a:t>12/06/2025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E457D-515F-DC4A-6E65-EEBD63E22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8BDDB5-8ACD-13E0-F01D-8E0EBB101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70787-D234-4B6B-B5B0-751537B8617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3726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5E64BBA-E7E2-0A6E-590C-A928432178DF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89FE1DD-659A-A807-B317-2526B1CE7AE5}"/>
              </a:ext>
            </a:extLst>
          </p:cNvPr>
          <p:cNvSpPr/>
          <p:nvPr/>
        </p:nvSpPr>
        <p:spPr>
          <a:xfrm>
            <a:off x="703851" y="5422830"/>
            <a:ext cx="3229973" cy="338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612006B-D0FE-B3EB-DACF-0563BD4C2182}"/>
              </a:ext>
            </a:extLst>
          </p:cNvPr>
          <p:cNvSpPr/>
          <p:nvPr/>
        </p:nvSpPr>
        <p:spPr>
          <a:xfrm>
            <a:off x="786547" y="336738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A2211DC-9BE4-44F2-339C-74B11463093A}"/>
              </a:ext>
            </a:extLst>
          </p:cNvPr>
          <p:cNvSpPr/>
          <p:nvPr/>
        </p:nvSpPr>
        <p:spPr>
          <a:xfrm>
            <a:off x="1095373" y="29048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A837F4-5FF9-5C86-4925-445395D99786}"/>
              </a:ext>
            </a:extLst>
          </p:cNvPr>
          <p:cNvSpPr txBox="1"/>
          <p:nvPr/>
        </p:nvSpPr>
        <p:spPr>
          <a:xfrm>
            <a:off x="911843" y="1996377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0B54795-F91C-78C1-D57B-AA53B3D2D762}"/>
              </a:ext>
            </a:extLst>
          </p:cNvPr>
          <p:cNvSpPr/>
          <p:nvPr/>
        </p:nvSpPr>
        <p:spPr>
          <a:xfrm>
            <a:off x="585788" y="328613"/>
            <a:ext cx="290036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43F84D-592D-FDEE-FF90-56C005852664}"/>
              </a:ext>
            </a:extLst>
          </p:cNvPr>
          <p:cNvSpPr txBox="1"/>
          <p:nvPr/>
        </p:nvSpPr>
        <p:spPr>
          <a:xfrm>
            <a:off x="911843" y="867729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 </a:t>
            </a:r>
            <a:r>
              <a:rPr lang="es-ES" dirty="0" err="1"/>
              <a:t>asdasd</a:t>
            </a:r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33A4CF-726C-BC57-C8B6-84EB4A04E4E8}"/>
              </a:ext>
            </a:extLst>
          </p:cNvPr>
          <p:cNvSpPr txBox="1"/>
          <p:nvPr/>
        </p:nvSpPr>
        <p:spPr>
          <a:xfrm>
            <a:off x="1921492" y="1211040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CA8A7C2-F2A9-1B0A-D240-01D8C4237924}"/>
              </a:ext>
            </a:extLst>
          </p:cNvPr>
          <p:cNvSpPr txBox="1"/>
          <p:nvPr/>
        </p:nvSpPr>
        <p:spPr>
          <a:xfrm>
            <a:off x="2009775" y="4604265"/>
            <a:ext cx="42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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00958E-0707-55FE-9F42-C54C2C8A2114}"/>
              </a:ext>
            </a:extLst>
          </p:cNvPr>
          <p:cNvSpPr txBox="1"/>
          <p:nvPr/>
        </p:nvSpPr>
        <p:spPr>
          <a:xfrm>
            <a:off x="495859" y="328613"/>
            <a:ext cx="41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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4BADD11-E30F-BDA0-2290-AB3930BFB0BB}"/>
              </a:ext>
            </a:extLst>
          </p:cNvPr>
          <p:cNvSpPr txBox="1"/>
          <p:nvPr/>
        </p:nvSpPr>
        <p:spPr>
          <a:xfrm>
            <a:off x="690688" y="1889037"/>
            <a:ext cx="40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98CAF0-F010-03AF-A6F1-91587758B4A1}"/>
              </a:ext>
            </a:extLst>
          </p:cNvPr>
          <p:cNvSpPr txBox="1"/>
          <p:nvPr/>
        </p:nvSpPr>
        <p:spPr>
          <a:xfrm>
            <a:off x="5248068" y="1914148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latin typeface="Century Gothic" panose="020B0502020202020204" pitchFamily="34" charset="0"/>
              </a:rPr>
              <a:t>¿Cómo te identificas?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9736CE1-B522-D2B2-7908-BD8F05D8AB75}"/>
              </a:ext>
            </a:extLst>
          </p:cNvPr>
          <p:cNvSpPr txBox="1"/>
          <p:nvPr/>
        </p:nvSpPr>
        <p:spPr>
          <a:xfrm>
            <a:off x="397493" y="158692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CEABACB-9B9A-F13F-C4E9-8250057A16D9}"/>
              </a:ext>
            </a:extLst>
          </p:cNvPr>
          <p:cNvSpPr txBox="1"/>
          <p:nvPr/>
        </p:nvSpPr>
        <p:spPr>
          <a:xfrm>
            <a:off x="2506402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EB217FB-70A4-647C-F60E-87917659D486}"/>
              </a:ext>
            </a:extLst>
          </p:cNvPr>
          <p:cNvSpPr txBox="1"/>
          <p:nvPr/>
        </p:nvSpPr>
        <p:spPr>
          <a:xfrm>
            <a:off x="1692113" y="587043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21EAD46-D57C-F9E1-E1C9-5F789EAEED87}"/>
              </a:ext>
            </a:extLst>
          </p:cNvPr>
          <p:cNvSpPr txBox="1"/>
          <p:nvPr/>
        </p:nvSpPr>
        <p:spPr>
          <a:xfrm>
            <a:off x="855235" y="5888476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4F75010-9C51-2FC5-1EE0-8ABD97AC0D68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EFE4CB5-01A1-AB99-0F7C-A4EA0852D9F0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69FD944F-2FC8-31AC-CE86-3F954C0E5526}"/>
              </a:ext>
            </a:extLst>
          </p:cNvPr>
          <p:cNvSpPr/>
          <p:nvPr/>
        </p:nvSpPr>
        <p:spPr>
          <a:xfrm>
            <a:off x="1247773" y="3057225"/>
            <a:ext cx="2276475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5005A03-6F53-F617-0017-2A40FDEE8DC7}"/>
              </a:ext>
            </a:extLst>
          </p:cNvPr>
          <p:cNvSpPr/>
          <p:nvPr/>
        </p:nvSpPr>
        <p:spPr>
          <a:xfrm>
            <a:off x="4648200" y="3074495"/>
            <a:ext cx="1820265" cy="27561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CLIENTE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00DFDD34-A829-B3A9-8EFC-64E38E69E921}"/>
              </a:ext>
            </a:extLst>
          </p:cNvPr>
          <p:cNvSpPr/>
          <p:nvPr/>
        </p:nvSpPr>
        <p:spPr>
          <a:xfrm>
            <a:off x="6622926" y="3074494"/>
            <a:ext cx="1589937" cy="2756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600" dirty="0">
                <a:latin typeface="Century Gothic" panose="020B0502020202020204" pitchFamily="34" charset="0"/>
              </a:rPr>
              <a:t>ANFITRIONA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EFA19B-28B6-3576-072F-92ED0A48284D}"/>
              </a:ext>
            </a:extLst>
          </p:cNvPr>
          <p:cNvSpPr txBox="1"/>
          <p:nvPr/>
        </p:nvSpPr>
        <p:spPr>
          <a:xfrm>
            <a:off x="8646242" y="1130556"/>
            <a:ext cx="514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usua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933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4952-96F3-0968-121E-0146358C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B4F595E-3DE9-8EC5-B4AA-18F4E5242174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9E0BB31-A274-1A0A-7EC7-3CAFF3C382D2}"/>
              </a:ext>
            </a:extLst>
          </p:cNvPr>
          <p:cNvSpPr/>
          <p:nvPr/>
        </p:nvSpPr>
        <p:spPr>
          <a:xfrm>
            <a:off x="157162" y="2353857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1ABD2E9-F060-39B6-F018-FA9F6A229F06}"/>
              </a:ext>
            </a:extLst>
          </p:cNvPr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F3C6D23-87CF-4F73-DF99-9084AFC041CD}"/>
              </a:ext>
            </a:extLst>
          </p:cNvPr>
          <p:cNvSpPr txBox="1"/>
          <p:nvPr/>
        </p:nvSpPr>
        <p:spPr>
          <a:xfrm>
            <a:off x="8646242" y="1130556"/>
            <a:ext cx="514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usua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8EEC71E-2991-224E-CA44-3B65E67FEE16}"/>
              </a:ext>
            </a:extLst>
          </p:cNvPr>
          <p:cNvSpPr txBox="1"/>
          <p:nvPr/>
        </p:nvSpPr>
        <p:spPr>
          <a:xfrm>
            <a:off x="4523462" y="57152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CB1E9EB7-4695-FC65-69E0-2CD543CDE368}"/>
              </a:ext>
            </a:extLst>
          </p:cNvPr>
          <p:cNvCxnSpPr>
            <a:cxnSpLocks/>
          </p:cNvCxnSpPr>
          <p:nvPr/>
        </p:nvCxnSpPr>
        <p:spPr>
          <a:xfrm flipH="1">
            <a:off x="4495800" y="466344"/>
            <a:ext cx="39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A7812ABF-A2DC-8EF5-EBE5-AA8FC7562ACE}"/>
              </a:ext>
            </a:extLst>
          </p:cNvPr>
          <p:cNvSpPr txBox="1"/>
          <p:nvPr/>
        </p:nvSpPr>
        <p:spPr>
          <a:xfrm>
            <a:off x="5108860" y="57152"/>
            <a:ext cx="1152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b="1" dirty="0">
                <a:latin typeface="Century Gothic" panose="020B0502020202020204" pitchFamily="34" charset="0"/>
              </a:rPr>
              <a:t>Recientes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0A4EA22-C53D-6D04-1B9A-D57FE40415A2}"/>
              </a:ext>
            </a:extLst>
          </p:cNvPr>
          <p:cNvSpPr/>
          <p:nvPr/>
        </p:nvSpPr>
        <p:spPr>
          <a:xfrm>
            <a:off x="4669174" y="1060645"/>
            <a:ext cx="3674726" cy="1439659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080B11-CA61-4150-B79C-CC40FF180DBB}"/>
              </a:ext>
            </a:extLst>
          </p:cNvPr>
          <p:cNvSpPr txBox="1"/>
          <p:nvPr/>
        </p:nvSpPr>
        <p:spPr>
          <a:xfrm>
            <a:off x="4743286" y="1060646"/>
            <a:ext cx="1010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err="1">
                <a:latin typeface="Century Gothic" panose="020B0502020202020204" pitchFamily="34" charset="0"/>
              </a:rPr>
              <a:t>youtube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F86129-3163-E09A-C398-ADB62249415C}"/>
              </a:ext>
            </a:extLst>
          </p:cNvPr>
          <p:cNvSpPr txBox="1"/>
          <p:nvPr/>
        </p:nvSpPr>
        <p:spPr>
          <a:xfrm>
            <a:off x="7973894" y="1104141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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05F30AB-24BE-54A2-8D2F-51ED881E9815}"/>
              </a:ext>
            </a:extLst>
          </p:cNvPr>
          <p:cNvSpPr txBox="1"/>
          <p:nvPr/>
        </p:nvSpPr>
        <p:spPr>
          <a:xfrm>
            <a:off x="4669174" y="1383489"/>
            <a:ext cx="3506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 err="1">
                <a:latin typeface="Century Gothic" panose="020B0502020202020204" pitchFamily="34" charset="0"/>
              </a:rPr>
              <a:t>lacus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eleifend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inceptos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eget</a:t>
            </a:r>
            <a:r>
              <a:rPr lang="es-PE" sz="1000" dirty="0">
                <a:latin typeface="Century Gothic" panose="020B0502020202020204" pitchFamily="34" charset="0"/>
              </a:rPr>
              <a:t> per </a:t>
            </a:r>
            <a:r>
              <a:rPr lang="es-PE" sz="1000" dirty="0" err="1">
                <a:latin typeface="Century Gothic" panose="020B0502020202020204" pitchFamily="34" charset="0"/>
              </a:rPr>
              <a:t>mattis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taciti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magnis</a:t>
            </a:r>
            <a:r>
              <a:rPr lang="es-PE" sz="1000" dirty="0">
                <a:latin typeface="Century Gothic" panose="020B0502020202020204" pitchFamily="34" charset="0"/>
              </a:rPr>
              <a:t>,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molestie</a:t>
            </a:r>
            <a:r>
              <a:rPr lang="es-PE" sz="1000" dirty="0">
                <a:latin typeface="Century Gothic" panose="020B0502020202020204" pitchFamily="34" charset="0"/>
              </a:rPr>
              <a:t> quis </a:t>
            </a:r>
            <a:r>
              <a:rPr lang="es-PE" sz="1000" dirty="0" err="1">
                <a:latin typeface="Century Gothic" panose="020B0502020202020204" pitchFamily="34" charset="0"/>
              </a:rPr>
              <a:t>suspendisse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sem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sodales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potenti</a:t>
            </a:r>
            <a:r>
              <a:rPr lang="es-PE" sz="1000" dirty="0">
                <a:latin typeface="Century Gothic" panose="020B0502020202020204" pitchFamily="34" charset="0"/>
              </a:rPr>
              <a:t> a odio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mollis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metus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ridiculus</a:t>
            </a:r>
            <a:r>
              <a:rPr lang="es-PE" sz="1000" dirty="0">
                <a:latin typeface="Century Gothic" panose="020B0502020202020204" pitchFamily="34" charset="0"/>
              </a:rPr>
              <a:t>, </a:t>
            </a:r>
            <a:r>
              <a:rPr lang="es-PE" sz="1000" dirty="0" err="1">
                <a:latin typeface="Century Gothic" panose="020B0502020202020204" pitchFamily="34" charset="0"/>
              </a:rPr>
              <a:t>tellus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blandit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nam</a:t>
            </a:r>
            <a:r>
              <a:rPr lang="es-PE" sz="1000" dirty="0">
                <a:latin typeface="Century Gothic" panose="020B0502020202020204" pitchFamily="34" charset="0"/>
              </a:rPr>
              <a:t> non id </a:t>
            </a:r>
            <a:r>
              <a:rPr lang="es-PE" sz="1000" dirty="0" err="1">
                <a:latin typeface="Century Gothic" panose="020B0502020202020204" pitchFamily="34" charset="0"/>
              </a:rPr>
              <a:t>eu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hasellus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tristique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massa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tincidunt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B60CD0B7-F63A-3F67-018A-EF51186E2AC0}"/>
              </a:ext>
            </a:extLst>
          </p:cNvPr>
          <p:cNvGrpSpPr/>
          <p:nvPr/>
        </p:nvGrpSpPr>
        <p:grpSpPr>
          <a:xfrm>
            <a:off x="4669174" y="555998"/>
            <a:ext cx="1046935" cy="369332"/>
            <a:chOff x="1171575" y="1744144"/>
            <a:chExt cx="1046935" cy="369332"/>
          </a:xfrm>
        </p:grpSpPr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509CA20D-168C-455C-FFEB-9928B9D79709}"/>
                </a:ext>
              </a:extLst>
            </p:cNvPr>
            <p:cNvSpPr txBox="1"/>
            <p:nvPr/>
          </p:nvSpPr>
          <p:spPr>
            <a:xfrm>
              <a:off x="1171575" y="1774922"/>
              <a:ext cx="6880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1400" dirty="0">
                  <a:latin typeface="Century Gothic" panose="020B0502020202020204" pitchFamily="34" charset="0"/>
                </a:rPr>
                <a:t>Todos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D3D3BB1-93DA-EB28-F9DF-AF19F1542802}"/>
                </a:ext>
              </a:extLst>
            </p:cNvPr>
            <p:cNvSpPr txBox="1"/>
            <p:nvPr/>
          </p:nvSpPr>
          <p:spPr>
            <a:xfrm>
              <a:off x="1813825" y="1744144"/>
              <a:ext cx="404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FontAwesome" pitchFamily="2" charset="0"/>
                </a:rPr>
                <a:t> </a:t>
              </a:r>
              <a:r>
                <a:rPr lang="es-PE" dirty="0">
                  <a:latin typeface="FontAwesome" pitchFamily="2" charset="0"/>
                </a:rPr>
                <a:t>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BEAB60-B60D-3978-5973-9D7E13FDFB57}"/>
              </a:ext>
            </a:extLst>
          </p:cNvPr>
          <p:cNvSpPr txBox="1"/>
          <p:nvPr/>
        </p:nvSpPr>
        <p:spPr>
          <a:xfrm>
            <a:off x="397493" y="1586923"/>
            <a:ext cx="458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84D94DF-86CE-6873-960B-1855564E267F}"/>
              </a:ext>
            </a:extLst>
          </p:cNvPr>
          <p:cNvSpPr/>
          <p:nvPr/>
        </p:nvSpPr>
        <p:spPr>
          <a:xfrm>
            <a:off x="7188363" y="2111020"/>
            <a:ext cx="100268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COPIAR(19)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2FBC468-F5EB-EE02-650A-69A7C83A09DB}"/>
              </a:ext>
            </a:extLst>
          </p:cNvPr>
          <p:cNvSpPr/>
          <p:nvPr/>
        </p:nvSpPr>
        <p:spPr>
          <a:xfrm>
            <a:off x="4669174" y="2641384"/>
            <a:ext cx="3674726" cy="14396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D50634-1FAB-A55D-9DCB-F97A3AC432C8}"/>
              </a:ext>
            </a:extLst>
          </p:cNvPr>
          <p:cNvSpPr txBox="1"/>
          <p:nvPr/>
        </p:nvSpPr>
        <p:spPr>
          <a:xfrm>
            <a:off x="4743286" y="2641385"/>
            <a:ext cx="1010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err="1">
                <a:latin typeface="Century Gothic" panose="020B0502020202020204" pitchFamily="34" charset="0"/>
              </a:rPr>
              <a:t>youtube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C3B7DB5-F8A4-937B-15D1-0EB04622B010}"/>
              </a:ext>
            </a:extLst>
          </p:cNvPr>
          <p:cNvSpPr txBox="1"/>
          <p:nvPr/>
        </p:nvSpPr>
        <p:spPr>
          <a:xfrm>
            <a:off x="4669174" y="2964228"/>
            <a:ext cx="3506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 err="1">
                <a:latin typeface="Century Gothic" panose="020B0502020202020204" pitchFamily="34" charset="0"/>
              </a:rPr>
              <a:t>lacus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eleifend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inceptos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eget</a:t>
            </a:r>
            <a:r>
              <a:rPr lang="es-PE" sz="1000" dirty="0">
                <a:latin typeface="Century Gothic" panose="020B0502020202020204" pitchFamily="34" charset="0"/>
              </a:rPr>
              <a:t> per </a:t>
            </a:r>
            <a:r>
              <a:rPr lang="es-PE" sz="1000" dirty="0" err="1">
                <a:latin typeface="Century Gothic" panose="020B0502020202020204" pitchFamily="34" charset="0"/>
              </a:rPr>
              <a:t>mattis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taciti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magnis</a:t>
            </a:r>
            <a:r>
              <a:rPr lang="es-PE" sz="1000" dirty="0">
                <a:latin typeface="Century Gothic" panose="020B0502020202020204" pitchFamily="34" charset="0"/>
              </a:rPr>
              <a:t>,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molestie</a:t>
            </a:r>
            <a:r>
              <a:rPr lang="es-PE" sz="1000" dirty="0">
                <a:latin typeface="Century Gothic" panose="020B0502020202020204" pitchFamily="34" charset="0"/>
              </a:rPr>
              <a:t> quis </a:t>
            </a:r>
            <a:r>
              <a:rPr lang="es-PE" sz="1000" dirty="0" err="1">
                <a:latin typeface="Century Gothic" panose="020B0502020202020204" pitchFamily="34" charset="0"/>
              </a:rPr>
              <a:t>suspendisse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sem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sodales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potenti</a:t>
            </a:r>
            <a:r>
              <a:rPr lang="es-PE" sz="1000" dirty="0">
                <a:latin typeface="Century Gothic" panose="020B0502020202020204" pitchFamily="34" charset="0"/>
              </a:rPr>
              <a:t> a odio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mollis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metus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ridiculus</a:t>
            </a:r>
            <a:r>
              <a:rPr lang="es-PE" sz="1000" dirty="0">
                <a:latin typeface="Century Gothic" panose="020B0502020202020204" pitchFamily="34" charset="0"/>
              </a:rPr>
              <a:t>, </a:t>
            </a:r>
            <a:r>
              <a:rPr lang="es-PE" sz="1000" dirty="0" err="1">
                <a:latin typeface="Century Gothic" panose="020B0502020202020204" pitchFamily="34" charset="0"/>
              </a:rPr>
              <a:t>tellus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blandit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nam</a:t>
            </a:r>
            <a:r>
              <a:rPr lang="es-PE" sz="1000" dirty="0">
                <a:latin typeface="Century Gothic" panose="020B0502020202020204" pitchFamily="34" charset="0"/>
              </a:rPr>
              <a:t> non id </a:t>
            </a:r>
            <a:r>
              <a:rPr lang="es-PE" sz="1000" dirty="0" err="1">
                <a:latin typeface="Century Gothic" panose="020B0502020202020204" pitchFamily="34" charset="0"/>
              </a:rPr>
              <a:t>eu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hasellus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tristique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massa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tincidunt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F2698162-750B-411F-AE72-D26B6D5BE9A7}"/>
              </a:ext>
            </a:extLst>
          </p:cNvPr>
          <p:cNvSpPr/>
          <p:nvPr/>
        </p:nvSpPr>
        <p:spPr>
          <a:xfrm>
            <a:off x="7188363" y="3691759"/>
            <a:ext cx="100268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COPIAR(19)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E7F3C05-E12E-0ADB-4BCD-7742FA36BF64}"/>
              </a:ext>
            </a:extLst>
          </p:cNvPr>
          <p:cNvSpPr/>
          <p:nvPr/>
        </p:nvSpPr>
        <p:spPr>
          <a:xfrm>
            <a:off x="4669174" y="4254817"/>
            <a:ext cx="3674726" cy="14396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2A61AB6-3A46-521C-47A6-ADA8C194738E}"/>
              </a:ext>
            </a:extLst>
          </p:cNvPr>
          <p:cNvSpPr txBox="1"/>
          <p:nvPr/>
        </p:nvSpPr>
        <p:spPr>
          <a:xfrm>
            <a:off x="4743286" y="4254818"/>
            <a:ext cx="1010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err="1">
                <a:latin typeface="Century Gothic" panose="020B0502020202020204" pitchFamily="34" charset="0"/>
              </a:rPr>
              <a:t>youtube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F1CDB2B-05B2-935D-F53F-EB8B93F5648E}"/>
              </a:ext>
            </a:extLst>
          </p:cNvPr>
          <p:cNvSpPr txBox="1"/>
          <p:nvPr/>
        </p:nvSpPr>
        <p:spPr>
          <a:xfrm>
            <a:off x="4669174" y="4577661"/>
            <a:ext cx="35060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000" dirty="0" err="1">
                <a:latin typeface="Century Gothic" panose="020B0502020202020204" pitchFamily="34" charset="0"/>
              </a:rPr>
              <a:t>lacus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eleifend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inceptos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eget</a:t>
            </a:r>
            <a:r>
              <a:rPr lang="es-PE" sz="1000" dirty="0">
                <a:latin typeface="Century Gothic" panose="020B0502020202020204" pitchFamily="34" charset="0"/>
              </a:rPr>
              <a:t> per </a:t>
            </a:r>
            <a:r>
              <a:rPr lang="es-PE" sz="1000" dirty="0" err="1">
                <a:latin typeface="Century Gothic" panose="020B0502020202020204" pitchFamily="34" charset="0"/>
              </a:rPr>
              <a:t>mattis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taciti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magnis</a:t>
            </a:r>
            <a:r>
              <a:rPr lang="es-PE" sz="1000" dirty="0">
                <a:latin typeface="Century Gothic" panose="020B0502020202020204" pitchFamily="34" charset="0"/>
              </a:rPr>
              <a:t>,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molestie</a:t>
            </a:r>
            <a:r>
              <a:rPr lang="es-PE" sz="1000" dirty="0">
                <a:latin typeface="Century Gothic" panose="020B0502020202020204" pitchFamily="34" charset="0"/>
              </a:rPr>
              <a:t> quis </a:t>
            </a:r>
            <a:r>
              <a:rPr lang="es-PE" sz="1000" dirty="0" err="1">
                <a:latin typeface="Century Gothic" panose="020B0502020202020204" pitchFamily="34" charset="0"/>
              </a:rPr>
              <a:t>suspendisse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sem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sodales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potenti</a:t>
            </a:r>
            <a:r>
              <a:rPr lang="es-PE" sz="1000" dirty="0">
                <a:latin typeface="Century Gothic" panose="020B0502020202020204" pitchFamily="34" charset="0"/>
              </a:rPr>
              <a:t> a odio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mollis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metus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ridiculus</a:t>
            </a:r>
            <a:r>
              <a:rPr lang="es-PE" sz="1000" dirty="0">
                <a:latin typeface="Century Gothic" panose="020B0502020202020204" pitchFamily="34" charset="0"/>
              </a:rPr>
              <a:t>, </a:t>
            </a:r>
            <a:r>
              <a:rPr lang="es-PE" sz="1000" dirty="0" err="1">
                <a:latin typeface="Century Gothic" panose="020B0502020202020204" pitchFamily="34" charset="0"/>
              </a:rPr>
              <a:t>tellus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blandit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nam</a:t>
            </a:r>
            <a:r>
              <a:rPr lang="es-PE" sz="1000" dirty="0">
                <a:latin typeface="Century Gothic" panose="020B0502020202020204" pitchFamily="34" charset="0"/>
              </a:rPr>
              <a:t> non id </a:t>
            </a:r>
            <a:r>
              <a:rPr lang="es-PE" sz="1000" dirty="0" err="1">
                <a:latin typeface="Century Gothic" panose="020B0502020202020204" pitchFamily="34" charset="0"/>
              </a:rPr>
              <a:t>eu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</a:p>
          <a:p>
            <a:r>
              <a:rPr lang="es-PE" sz="1000" dirty="0" err="1">
                <a:latin typeface="Century Gothic" panose="020B0502020202020204" pitchFamily="34" charset="0"/>
              </a:rPr>
              <a:t>hasellus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tristique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massa</a:t>
            </a:r>
            <a:r>
              <a:rPr lang="es-PE" sz="1000" dirty="0">
                <a:latin typeface="Century Gothic" panose="020B0502020202020204" pitchFamily="34" charset="0"/>
              </a:rPr>
              <a:t> </a:t>
            </a:r>
            <a:r>
              <a:rPr lang="es-PE" sz="1000" dirty="0" err="1">
                <a:latin typeface="Century Gothic" panose="020B0502020202020204" pitchFamily="34" charset="0"/>
              </a:rPr>
              <a:t>tincidunt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3B3195B0-EAD2-2BDF-8BF8-4FB33367FFDF}"/>
              </a:ext>
            </a:extLst>
          </p:cNvPr>
          <p:cNvSpPr/>
          <p:nvPr/>
        </p:nvSpPr>
        <p:spPr>
          <a:xfrm>
            <a:off x="7188363" y="5305192"/>
            <a:ext cx="1002681" cy="2928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>
                <a:latin typeface="Century Gothic" panose="020B0502020202020204" pitchFamily="34" charset="0"/>
              </a:rPr>
              <a:t>COPIAR(19)</a:t>
            </a:r>
            <a:endParaRPr lang="es-PE" sz="1000" dirty="0">
              <a:latin typeface="Century Gothic" panose="020B0502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7724AB8-3CF1-33CF-C85E-F653F50D68C5}"/>
              </a:ext>
            </a:extLst>
          </p:cNvPr>
          <p:cNvSpPr txBox="1"/>
          <p:nvPr/>
        </p:nvSpPr>
        <p:spPr>
          <a:xfrm>
            <a:off x="7958112" y="2641383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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70C5823-1B7E-20F0-4F6F-A440A5A8F8C1}"/>
              </a:ext>
            </a:extLst>
          </p:cNvPr>
          <p:cNvSpPr txBox="1"/>
          <p:nvPr/>
        </p:nvSpPr>
        <p:spPr>
          <a:xfrm>
            <a:off x="7983712" y="4254816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latin typeface="FontAwesome" pitchFamily="2" charset="0"/>
              </a:rPr>
              <a:t></a:t>
            </a:r>
          </a:p>
        </p:txBody>
      </p:sp>
    </p:spTree>
    <p:extLst>
      <p:ext uri="{BB962C8B-B14F-4D97-AF65-F5344CB8AC3E}">
        <p14:creationId xmlns:p14="http://schemas.microsoft.com/office/powerpoint/2010/main" val="2709150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020F-D937-1D48-E6D1-B0210E9FD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CF5FAD1-97BE-0B57-C743-06E00621C387}"/>
              </a:ext>
            </a:extLst>
          </p:cNvPr>
          <p:cNvSpPr/>
          <p:nvPr/>
        </p:nvSpPr>
        <p:spPr>
          <a:xfrm>
            <a:off x="4505482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C6649FCA-C8AE-2A71-69B0-234B24C22C06}"/>
              </a:ext>
            </a:extLst>
          </p:cNvPr>
          <p:cNvSpPr/>
          <p:nvPr/>
        </p:nvSpPr>
        <p:spPr>
          <a:xfrm>
            <a:off x="4495800" y="0"/>
            <a:ext cx="3976688" cy="1683694"/>
          </a:xfrm>
          <a:custGeom>
            <a:avLst/>
            <a:gdLst>
              <a:gd name="connsiteX0" fmla="*/ 0 w 3976688"/>
              <a:gd name="connsiteY0" fmla="*/ 0 h 1683694"/>
              <a:gd name="connsiteX1" fmla="*/ 3976688 w 3976688"/>
              <a:gd name="connsiteY1" fmla="*/ 0 h 1683694"/>
              <a:gd name="connsiteX2" fmla="*/ 3976688 w 3976688"/>
              <a:gd name="connsiteY2" fmla="*/ 1489968 h 1683694"/>
              <a:gd name="connsiteX3" fmla="*/ 3811937 w 3976688"/>
              <a:gd name="connsiteY3" fmla="*/ 1525047 h 1683694"/>
              <a:gd name="connsiteX4" fmla="*/ 2024240 w 3976688"/>
              <a:gd name="connsiteY4" fmla="*/ 1683694 h 1683694"/>
              <a:gd name="connsiteX5" fmla="*/ 236544 w 3976688"/>
              <a:gd name="connsiteY5" fmla="*/ 1525047 h 1683694"/>
              <a:gd name="connsiteX6" fmla="*/ 0 w 3976688"/>
              <a:gd name="connsiteY6" fmla="*/ 1474683 h 168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76688" h="1683694">
                <a:moveTo>
                  <a:pt x="0" y="0"/>
                </a:moveTo>
                <a:lnTo>
                  <a:pt x="3976688" y="0"/>
                </a:lnTo>
                <a:lnTo>
                  <a:pt x="3976688" y="1489968"/>
                </a:lnTo>
                <a:lnTo>
                  <a:pt x="3811937" y="1525047"/>
                </a:lnTo>
                <a:cubicBezTo>
                  <a:pt x="3280520" y="1626224"/>
                  <a:pt x="2671530" y="1683694"/>
                  <a:pt x="2024240" y="1683694"/>
                </a:cubicBezTo>
                <a:cubicBezTo>
                  <a:pt x="1376951" y="1683694"/>
                  <a:pt x="767960" y="1626224"/>
                  <a:pt x="236544" y="1525047"/>
                </a:cubicBezTo>
                <a:lnTo>
                  <a:pt x="0" y="1474683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PE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A452956-010C-74CF-7CEE-E9DB2407275D}"/>
              </a:ext>
            </a:extLst>
          </p:cNvPr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D12942-C724-5ACC-C18A-9EFD04F0C18C}"/>
              </a:ext>
            </a:extLst>
          </p:cNvPr>
          <p:cNvSpPr txBox="1"/>
          <p:nvPr/>
        </p:nvSpPr>
        <p:spPr>
          <a:xfrm>
            <a:off x="8646242" y="1130556"/>
            <a:ext cx="29546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colores</a:t>
            </a: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Agregar tipo yape, pendientes</a:t>
            </a:r>
          </a:p>
          <a:p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calendario este enlazado a</a:t>
            </a:r>
          </a:p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Fechtar</a:t>
            </a:r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que muestre un modal de las</a:t>
            </a:r>
          </a:p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Tareas mas no permita modificar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0F66DE3-5B77-FAB6-2775-D3EE98D793B5}"/>
              </a:ext>
            </a:extLst>
          </p:cNvPr>
          <p:cNvSpPr/>
          <p:nvPr/>
        </p:nvSpPr>
        <p:spPr>
          <a:xfrm>
            <a:off x="4603624" y="1211040"/>
            <a:ext cx="3754564" cy="2832323"/>
          </a:xfrm>
          <a:prstGeom prst="roundRect">
            <a:avLst/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7CA530-69FC-2BDC-2788-65DC754ABD96}"/>
              </a:ext>
            </a:extLst>
          </p:cNvPr>
          <p:cNvSpPr txBox="1"/>
          <p:nvPr/>
        </p:nvSpPr>
        <p:spPr>
          <a:xfrm>
            <a:off x="5676839" y="672570"/>
            <a:ext cx="1608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Nuevo apunte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106FB7F-7B61-913D-EA9F-EA8465A64702}"/>
              </a:ext>
            </a:extLst>
          </p:cNvPr>
          <p:cNvSpPr/>
          <p:nvPr/>
        </p:nvSpPr>
        <p:spPr>
          <a:xfrm>
            <a:off x="703851" y="5422830"/>
            <a:ext cx="3229973" cy="33855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7E6B031-0C7F-D59E-02BC-D5BD973A6D52}"/>
              </a:ext>
            </a:extLst>
          </p:cNvPr>
          <p:cNvSpPr/>
          <p:nvPr/>
        </p:nvSpPr>
        <p:spPr>
          <a:xfrm>
            <a:off x="786547" y="3367388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GUARDAR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B0377E8-9BCD-EAD0-1C04-66EB6EEB0B26}"/>
              </a:ext>
            </a:extLst>
          </p:cNvPr>
          <p:cNvSpPr txBox="1"/>
          <p:nvPr/>
        </p:nvSpPr>
        <p:spPr>
          <a:xfrm>
            <a:off x="690688" y="1889037"/>
            <a:ext cx="40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FontAwesome" pitchFamily="2" charset="0"/>
              </a:rPr>
              <a:t> </a:t>
            </a:r>
            <a:r>
              <a:rPr lang="es-PE" dirty="0">
                <a:latin typeface="FontAwesome" pitchFamily="2" charset="0"/>
              </a:rPr>
              <a:t>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9A7C7463-61AE-93B8-7766-4E114D61DC42}"/>
              </a:ext>
            </a:extLst>
          </p:cNvPr>
          <p:cNvGrpSpPr/>
          <p:nvPr/>
        </p:nvGrpSpPr>
        <p:grpSpPr>
          <a:xfrm>
            <a:off x="6765050" y="1497572"/>
            <a:ext cx="1324746" cy="307777"/>
            <a:chOff x="786547" y="1157066"/>
            <a:chExt cx="1324746" cy="307777"/>
          </a:xfrm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5BD530B-332F-3533-52FB-B88AE5F757FC}"/>
                </a:ext>
              </a:extLst>
            </p:cNvPr>
            <p:cNvSpPr txBox="1"/>
            <p:nvPr/>
          </p:nvSpPr>
          <p:spPr>
            <a:xfrm flipV="1">
              <a:off x="1676993" y="1157066"/>
              <a:ext cx="4343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400" dirty="0">
                  <a:latin typeface="FontAwesome" pitchFamily="2" charset="0"/>
                </a:rPr>
                <a:t>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B583DE2-6181-8CE8-9C74-1EFFFF0195FA}"/>
                </a:ext>
              </a:extLst>
            </p:cNvPr>
            <p:cNvSpPr txBox="1"/>
            <p:nvPr/>
          </p:nvSpPr>
          <p:spPr>
            <a:xfrm>
              <a:off x="786547" y="1172455"/>
              <a:ext cx="10679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1200" dirty="0">
                  <a:latin typeface="Century Gothic" panose="020B0502020202020204" pitchFamily="34" charset="0"/>
                </a:rPr>
                <a:t>Seleccionar</a:t>
              </a: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106259-5AAB-0046-F491-8B1333C8D406}"/>
              </a:ext>
            </a:extLst>
          </p:cNvPr>
          <p:cNvSpPr txBox="1"/>
          <p:nvPr/>
        </p:nvSpPr>
        <p:spPr>
          <a:xfrm>
            <a:off x="4860449" y="1506653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Toma/Tipo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6912A63-24F3-E543-8F80-BA307ECFC042}"/>
              </a:ext>
            </a:extLst>
          </p:cNvPr>
          <p:cNvSpPr/>
          <p:nvPr/>
        </p:nvSpPr>
        <p:spPr>
          <a:xfrm>
            <a:off x="4865918" y="2521242"/>
            <a:ext cx="3229973" cy="135335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FB4D77F-7D71-8FA5-32CB-EC3E45D9078B}"/>
              </a:ext>
            </a:extLst>
          </p:cNvPr>
          <p:cNvSpPr txBox="1"/>
          <p:nvPr/>
        </p:nvSpPr>
        <p:spPr>
          <a:xfrm>
            <a:off x="1909763" y="2781300"/>
            <a:ext cx="970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Toma/Tipo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D9648A5-23C8-6164-762B-BC4E99622A28}"/>
              </a:ext>
            </a:extLst>
          </p:cNvPr>
          <p:cNvSpPr txBox="1"/>
          <p:nvPr/>
        </p:nvSpPr>
        <p:spPr>
          <a:xfrm>
            <a:off x="4932885" y="2588713"/>
            <a:ext cx="1487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200" dirty="0">
                <a:latin typeface="Century Gothic" panose="020B0502020202020204" pitchFamily="34" charset="0"/>
              </a:rPr>
              <a:t>Escribe tu apunte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53B31B30-EBDD-13B3-B4C9-97823E6F5737}"/>
              </a:ext>
            </a:extLst>
          </p:cNvPr>
          <p:cNvSpPr/>
          <p:nvPr/>
        </p:nvSpPr>
        <p:spPr>
          <a:xfrm>
            <a:off x="4894491" y="1901154"/>
            <a:ext cx="439507" cy="43950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86AB9C5-30E5-54F6-15B5-B2CC28B032A0}"/>
              </a:ext>
            </a:extLst>
          </p:cNvPr>
          <p:cNvSpPr/>
          <p:nvPr/>
        </p:nvSpPr>
        <p:spPr>
          <a:xfrm>
            <a:off x="5432140" y="1901154"/>
            <a:ext cx="439507" cy="4395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330807F-D58D-5DB8-5228-4423E24A8998}"/>
              </a:ext>
            </a:extLst>
          </p:cNvPr>
          <p:cNvSpPr/>
          <p:nvPr/>
        </p:nvSpPr>
        <p:spPr>
          <a:xfrm>
            <a:off x="5966896" y="1901154"/>
            <a:ext cx="439507" cy="439507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AF01426-FD7A-74AE-C069-8A07E2C8F49F}"/>
              </a:ext>
            </a:extLst>
          </p:cNvPr>
          <p:cNvGrpSpPr/>
          <p:nvPr/>
        </p:nvGrpSpPr>
        <p:grpSpPr>
          <a:xfrm>
            <a:off x="4603622" y="4143077"/>
            <a:ext cx="3754564" cy="2832323"/>
            <a:chOff x="4603624" y="4190619"/>
            <a:chExt cx="3754564" cy="2832323"/>
          </a:xfrm>
        </p:grpSpPr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4BA12A37-F3AF-339E-7803-36C9248637AD}"/>
                </a:ext>
              </a:extLst>
            </p:cNvPr>
            <p:cNvSpPr/>
            <p:nvPr/>
          </p:nvSpPr>
          <p:spPr>
            <a:xfrm>
              <a:off x="4603624" y="4190619"/>
              <a:ext cx="3754564" cy="2832323"/>
            </a:xfrm>
            <a:prstGeom prst="roundRect">
              <a:avLst/>
            </a:prstGeom>
            <a:solidFill>
              <a:schemeClr val="bg1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0EEA4841-EAE9-21CE-4BBE-803DF0355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3934" y="4566008"/>
              <a:ext cx="2293945" cy="2081543"/>
            </a:xfrm>
            <a:prstGeom prst="rect">
              <a:avLst/>
            </a:prstGeom>
          </p:spPr>
        </p:pic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03DA8EE0-80B6-F6BD-176E-10A0E12F3B11}"/>
              </a:ext>
            </a:extLst>
          </p:cNvPr>
          <p:cNvGrpSpPr/>
          <p:nvPr/>
        </p:nvGrpSpPr>
        <p:grpSpPr>
          <a:xfrm>
            <a:off x="4505482" y="6315833"/>
            <a:ext cx="3967006" cy="528637"/>
            <a:chOff x="4505482" y="6315833"/>
            <a:chExt cx="3967006" cy="528637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4B2E4406-C6A1-3635-D135-DF3834904CF3}"/>
                </a:ext>
              </a:extLst>
            </p:cNvPr>
            <p:cNvSpPr/>
            <p:nvPr/>
          </p:nvSpPr>
          <p:spPr>
            <a:xfrm>
              <a:off x="4505482" y="6315833"/>
              <a:ext cx="3967006" cy="528637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5FEA1FAC-FDE4-D5B7-A91B-9F4DDA06139F}"/>
                </a:ext>
              </a:extLst>
            </p:cNvPr>
            <p:cNvSpPr/>
            <p:nvPr/>
          </p:nvSpPr>
          <p:spPr>
            <a:xfrm>
              <a:off x="4861435" y="6433704"/>
              <a:ext cx="3255101" cy="292894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500" dirty="0">
                  <a:solidFill>
                    <a:schemeClr val="tx1"/>
                  </a:solidFill>
                  <a:latin typeface="Century Gothic" panose="020B0502020202020204" pitchFamily="34" charset="0"/>
                </a:rPr>
                <a:t>GUARDAR</a:t>
              </a:r>
              <a:endParaRPr lang="es-PE" sz="1500" dirty="0">
                <a:solidFill>
                  <a:schemeClr val="tx1"/>
                </a:solidFill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388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38FC-7BA4-6C9F-99B2-B98DCB06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A3BF7C1-AF88-2DB3-6C32-1A815ACA00EF}"/>
              </a:ext>
            </a:extLst>
          </p:cNvPr>
          <p:cNvSpPr/>
          <p:nvPr/>
        </p:nvSpPr>
        <p:spPr>
          <a:xfrm>
            <a:off x="0" y="0"/>
            <a:ext cx="84724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6E8DBE6-886F-581C-5DA6-077FB17D5839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C76BBBC-1471-A22F-F9E0-D017048B7EC3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A95CBE68-7923-0EFF-D436-0CE837B33CC3}"/>
              </a:ext>
            </a:extLst>
          </p:cNvPr>
          <p:cNvSpPr/>
          <p:nvPr/>
        </p:nvSpPr>
        <p:spPr>
          <a:xfrm>
            <a:off x="8716460" y="14859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CD0011-5FD5-A622-1A7F-D09B7F0C68A5}"/>
              </a:ext>
            </a:extLst>
          </p:cNvPr>
          <p:cNvSpPr txBox="1"/>
          <p:nvPr/>
        </p:nvSpPr>
        <p:spPr>
          <a:xfrm>
            <a:off x="8646242" y="1130556"/>
            <a:ext cx="890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Tab_tarea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E295D90-1CB7-B92E-8F04-1128E35E2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8" y="961279"/>
            <a:ext cx="2561905" cy="2600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DD1A0C9-FD3B-7E6C-AFA6-FE819864FB85}"/>
              </a:ext>
            </a:extLst>
          </p:cNvPr>
          <p:cNvSpPr txBox="1"/>
          <p:nvPr/>
        </p:nvSpPr>
        <p:spPr>
          <a:xfrm>
            <a:off x="3085127" y="961279"/>
            <a:ext cx="2302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latin typeface="Century Gothic" panose="020B0502020202020204" pitchFamily="34" charset="0"/>
              </a:rPr>
              <a:t>Martes, 10 Junio 2025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8E532E9-EAC3-DF5E-44AC-C2CD489CF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127" y="1300428"/>
            <a:ext cx="4190476" cy="4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0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B1C4-63AF-2067-0313-A265729E2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06EDC71-B81C-C1B1-B70E-78012930F9F2}"/>
              </a:ext>
            </a:extLst>
          </p:cNvPr>
          <p:cNvSpPr/>
          <p:nvPr/>
        </p:nvSpPr>
        <p:spPr>
          <a:xfrm>
            <a:off x="0" y="0"/>
            <a:ext cx="84724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70403CA-C75D-5DB8-628C-148E55F8514F}"/>
              </a:ext>
            </a:extLst>
          </p:cNvPr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F26833-2380-4982-E5EA-11A1A3BEFD32}"/>
              </a:ext>
            </a:extLst>
          </p:cNvPr>
          <p:cNvSpPr txBox="1"/>
          <p:nvPr/>
        </p:nvSpPr>
        <p:spPr>
          <a:xfrm>
            <a:off x="8646242" y="1130556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C2D8E3-AA3F-EADC-BAD2-7454564670D0}"/>
              </a:ext>
            </a:extLst>
          </p:cNvPr>
          <p:cNvSpPr txBox="1"/>
          <p:nvPr/>
        </p:nvSpPr>
        <p:spPr>
          <a:xfrm>
            <a:off x="3085127" y="961279"/>
            <a:ext cx="2302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>
                <a:latin typeface="Century Gothic" panose="020B0502020202020204" pitchFamily="34" charset="0"/>
              </a:rPr>
              <a:t>Martes, 10 Junio 2025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7D745E5-61CF-ECD8-1AB9-4417A4467347}"/>
              </a:ext>
            </a:extLst>
          </p:cNvPr>
          <p:cNvSpPr/>
          <p:nvPr/>
        </p:nvSpPr>
        <p:spPr>
          <a:xfrm>
            <a:off x="1040538" y="1657349"/>
            <a:ext cx="7172325" cy="45541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E38824-BC1F-65FB-DA3E-7B4F0FBAB433}"/>
              </a:ext>
            </a:extLst>
          </p:cNvPr>
          <p:cNvSpPr txBox="1"/>
          <p:nvPr/>
        </p:nvSpPr>
        <p:spPr>
          <a:xfrm>
            <a:off x="1148787" y="1854844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Tiempo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0399B7-3EA3-8DA9-9A79-99557C841FD3}"/>
              </a:ext>
            </a:extLst>
          </p:cNvPr>
          <p:cNvSpPr txBox="1"/>
          <p:nvPr/>
        </p:nvSpPr>
        <p:spPr>
          <a:xfrm>
            <a:off x="347616" y="197495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5209592-982C-A46D-1A43-FDE823E6777B}"/>
              </a:ext>
            </a:extLst>
          </p:cNvPr>
          <p:cNvSpPr/>
          <p:nvPr/>
        </p:nvSpPr>
        <p:spPr>
          <a:xfrm>
            <a:off x="1174619" y="2162622"/>
            <a:ext cx="1910508" cy="2596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Arial Narrow" panose="020B0606020202030204" pitchFamily="34" charset="0"/>
              </a:rPr>
              <a:t>1000-1030</a:t>
            </a:r>
            <a:endParaRPr lang="es-PE" sz="1400" dirty="0">
              <a:latin typeface="Arial Narrow" panose="020B0606020202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90F325A-390A-B88A-2F16-21E52A3BCCB5}"/>
              </a:ext>
            </a:extLst>
          </p:cNvPr>
          <p:cNvSpPr txBox="1"/>
          <p:nvPr/>
        </p:nvSpPr>
        <p:spPr>
          <a:xfrm>
            <a:off x="1148787" y="2520137"/>
            <a:ext cx="1034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Actividad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98485D3-290B-3F5B-3A96-0FCAA73371A5}"/>
              </a:ext>
            </a:extLst>
          </p:cNvPr>
          <p:cNvSpPr/>
          <p:nvPr/>
        </p:nvSpPr>
        <p:spPr>
          <a:xfrm>
            <a:off x="1174619" y="2827914"/>
            <a:ext cx="6869244" cy="28928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861CBED-FA17-D328-3DAD-69D6488A93A2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1D8AD63-23E5-F564-62E2-5986B3351905}"/>
              </a:ext>
            </a:extLst>
          </p:cNvPr>
          <p:cNvSpPr/>
          <p:nvPr/>
        </p:nvSpPr>
        <p:spPr>
          <a:xfrm>
            <a:off x="5217390" y="5896720"/>
            <a:ext cx="1425075" cy="21723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CREAR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3A85C03-A908-1483-17DA-5C242CC6F1F4}"/>
              </a:ext>
            </a:extLst>
          </p:cNvPr>
          <p:cNvSpPr/>
          <p:nvPr/>
        </p:nvSpPr>
        <p:spPr>
          <a:xfrm>
            <a:off x="6715126" y="5896719"/>
            <a:ext cx="1425076" cy="21723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CANCELAR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767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B361-EDD3-2C60-CB50-514B0B58E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C2854F2-949B-412A-0DE9-5244956C3140}"/>
              </a:ext>
            </a:extLst>
          </p:cNvPr>
          <p:cNvSpPr/>
          <p:nvPr/>
        </p:nvSpPr>
        <p:spPr>
          <a:xfrm>
            <a:off x="0" y="0"/>
            <a:ext cx="84724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A72852C-1A8A-2315-D003-632ECB30466F}"/>
              </a:ext>
            </a:extLst>
          </p:cNvPr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83A677C-EBD3-BBBD-DB56-3F39883366F9}"/>
              </a:ext>
            </a:extLst>
          </p:cNvPr>
          <p:cNvSpPr txBox="1"/>
          <p:nvPr/>
        </p:nvSpPr>
        <p:spPr>
          <a:xfrm>
            <a:off x="8646242" y="1130556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D593E4-F0D8-D77E-C8E9-FCCE4B2DC341}"/>
              </a:ext>
            </a:extLst>
          </p:cNvPr>
          <p:cNvSpPr txBox="1"/>
          <p:nvPr/>
        </p:nvSpPr>
        <p:spPr>
          <a:xfrm>
            <a:off x="3085127" y="961279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err="1">
                <a:latin typeface="Century Gothic" panose="020B0502020202020204" pitchFamily="34" charset="0"/>
              </a:rPr>
              <a:t>rdrdrdrd</a:t>
            </a:r>
            <a:endParaRPr lang="es-PE" sz="1600" b="1" dirty="0"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BB7914-826B-38F4-D365-420C8E696BDB}"/>
              </a:ext>
            </a:extLst>
          </p:cNvPr>
          <p:cNvSpPr/>
          <p:nvPr/>
        </p:nvSpPr>
        <p:spPr>
          <a:xfrm>
            <a:off x="1040538" y="1657349"/>
            <a:ext cx="7172325" cy="45541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1412F8-66E5-BD2C-73F9-D861E54F85BF}"/>
              </a:ext>
            </a:extLst>
          </p:cNvPr>
          <p:cNvSpPr txBox="1"/>
          <p:nvPr/>
        </p:nvSpPr>
        <p:spPr>
          <a:xfrm>
            <a:off x="1148787" y="1854844"/>
            <a:ext cx="1282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Hora original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10B96DA-450F-FD30-1037-7FB72ADA0368}"/>
              </a:ext>
            </a:extLst>
          </p:cNvPr>
          <p:cNvSpPr txBox="1"/>
          <p:nvPr/>
        </p:nvSpPr>
        <p:spPr>
          <a:xfrm>
            <a:off x="347616" y="197495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 err="1">
                <a:latin typeface="Century Gothic" panose="020B0502020202020204" pitchFamily="34" charset="0"/>
              </a:rPr>
              <a:t>Ejmooooo</a:t>
            </a:r>
            <a:r>
              <a:rPr lang="es-ES" sz="1400" dirty="0">
                <a:latin typeface="Century Gothic" panose="020B0502020202020204" pitchFamily="34" charset="0"/>
              </a:rPr>
              <a:t>, </a:t>
            </a:r>
            <a:r>
              <a:rPr lang="es-ES" sz="1400" dirty="0" err="1">
                <a:latin typeface="Century Gothic" panose="020B0502020202020204" pitchFamily="34" charset="0"/>
              </a:rPr>
              <a:t>ooo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C64740E-7705-2C52-5594-B4FDFD7F4403}"/>
              </a:ext>
            </a:extLst>
          </p:cNvPr>
          <p:cNvSpPr/>
          <p:nvPr/>
        </p:nvSpPr>
        <p:spPr>
          <a:xfrm>
            <a:off x="1174619" y="2162622"/>
            <a:ext cx="1910508" cy="2596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Arial Narrow" panose="020B0606020202030204" pitchFamily="34" charset="0"/>
              </a:rPr>
              <a:t>1000-1030</a:t>
            </a:r>
            <a:endParaRPr lang="es-PE" sz="1400" dirty="0">
              <a:latin typeface="Arial Narrow" panose="020B0606020202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82DC4BE-440A-C778-D84D-445F5BB84D83}"/>
              </a:ext>
            </a:extLst>
          </p:cNvPr>
          <p:cNvSpPr txBox="1"/>
          <p:nvPr/>
        </p:nvSpPr>
        <p:spPr>
          <a:xfrm>
            <a:off x="1148787" y="2520137"/>
            <a:ext cx="1034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Actividad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2AAC5B7-CFE4-03FC-1B73-72CC6A04155F}"/>
              </a:ext>
            </a:extLst>
          </p:cNvPr>
          <p:cNvSpPr/>
          <p:nvPr/>
        </p:nvSpPr>
        <p:spPr>
          <a:xfrm>
            <a:off x="1174619" y="2827914"/>
            <a:ext cx="6869244" cy="28928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1400" dirty="0">
                <a:latin typeface="Arial Narrow" panose="020B0606020202030204" pitchFamily="34" charset="0"/>
              </a:rPr>
              <a:t>Texto de mi actividad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A77586F-384C-AB96-FBC4-EE1B4B807704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ACFED59-9C1E-E4EB-0015-881BDE51CF9F}"/>
              </a:ext>
            </a:extLst>
          </p:cNvPr>
          <p:cNvSpPr/>
          <p:nvPr/>
        </p:nvSpPr>
        <p:spPr>
          <a:xfrm>
            <a:off x="5217390" y="5896720"/>
            <a:ext cx="1425075" cy="21723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CREAR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18CCDED-2469-5808-2B0C-4B44BDCC3FCD}"/>
              </a:ext>
            </a:extLst>
          </p:cNvPr>
          <p:cNvSpPr/>
          <p:nvPr/>
        </p:nvSpPr>
        <p:spPr>
          <a:xfrm>
            <a:off x="6715126" y="5896719"/>
            <a:ext cx="1425076" cy="21723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CANCELAR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ACC1D4B-26D8-53EC-E102-BB1F742AC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074" y="2422230"/>
            <a:ext cx="2038350" cy="1762125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855C14B-9649-7C79-98EE-56C2A723586B}"/>
              </a:ext>
            </a:extLst>
          </p:cNvPr>
          <p:cNvSpPr txBox="1"/>
          <p:nvPr/>
        </p:nvSpPr>
        <p:spPr>
          <a:xfrm>
            <a:off x="1148787" y="3166941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>
                <a:latin typeface="Century Gothic" panose="020B0502020202020204" pitchFamily="34" charset="0"/>
              </a:rPr>
              <a:t>Hora nueva</a:t>
            </a:r>
            <a:endParaRPr lang="es-PE" sz="1400" dirty="0">
              <a:latin typeface="Century Gothic" panose="020B050202020202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C777091-A032-0074-2A03-CB49D3DFDA7D}"/>
              </a:ext>
            </a:extLst>
          </p:cNvPr>
          <p:cNvSpPr/>
          <p:nvPr/>
        </p:nvSpPr>
        <p:spPr>
          <a:xfrm>
            <a:off x="1174619" y="3474719"/>
            <a:ext cx="1910508" cy="2596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Arial Narrow" panose="020B0606020202030204" pitchFamily="34" charset="0"/>
              </a:rPr>
              <a:t>1200-1230</a:t>
            </a:r>
            <a:endParaRPr lang="es-PE" sz="1400" dirty="0">
              <a:latin typeface="Arial Narrow" panose="020B0606020202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E8E0973-44AA-E3A9-0CB1-1D48F9B052E8}"/>
              </a:ext>
            </a:extLst>
          </p:cNvPr>
          <p:cNvSpPr txBox="1"/>
          <p:nvPr/>
        </p:nvSpPr>
        <p:spPr>
          <a:xfrm rot="16200000">
            <a:off x="2680279" y="3389641"/>
            <a:ext cx="434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latin typeface="FontAwesome" pitchFamily="2" charset="0"/>
              </a:rPr>
              <a:t></a:t>
            </a:r>
          </a:p>
        </p:txBody>
      </p:sp>
    </p:spTree>
    <p:extLst>
      <p:ext uri="{BB962C8B-B14F-4D97-AF65-F5344CB8AC3E}">
        <p14:creationId xmlns:p14="http://schemas.microsoft.com/office/powerpoint/2010/main" val="160791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245C-062E-2354-E7DC-37854F18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DD70E76-4F3F-7B36-D522-58DD966A9D93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903F27F-2FBE-98D5-D259-2192BBEC7D18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77587CB-6D49-0457-E16D-7DCA1AC2B083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6C302AA2-7573-B1D4-5F97-33A0421BEC61}"/>
              </a:ext>
            </a:extLst>
          </p:cNvPr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2C1A51-0687-D22D-E879-6484C316766F}"/>
              </a:ext>
            </a:extLst>
          </p:cNvPr>
          <p:cNvSpPr txBox="1"/>
          <p:nvPr/>
        </p:nvSpPr>
        <p:spPr>
          <a:xfrm>
            <a:off x="8646242" y="1130556"/>
            <a:ext cx="463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endParaRPr lang="es-P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38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78C81-7877-8D6E-EA42-B863DF55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8989060-35B2-ECD7-2674-3F069C42E51F}"/>
              </a:ext>
            </a:extLst>
          </p:cNvPr>
          <p:cNvSpPr/>
          <p:nvPr/>
        </p:nvSpPr>
        <p:spPr>
          <a:xfrm>
            <a:off x="4495800" y="0"/>
            <a:ext cx="3976688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71EE008-E0EC-E76A-EA67-B2007FD538A7}"/>
              </a:ext>
            </a:extLst>
          </p:cNvPr>
          <p:cNvSpPr/>
          <p:nvPr/>
        </p:nvSpPr>
        <p:spPr>
          <a:xfrm>
            <a:off x="4957762" y="6467204"/>
            <a:ext cx="3255101" cy="29289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dirty="0">
                <a:latin typeface="Century Gothic" panose="020B0502020202020204" pitchFamily="34" charset="0"/>
              </a:rPr>
              <a:t>CONTINUAR</a:t>
            </a:r>
            <a:endParaRPr lang="es-PE" sz="1500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428B58C-513C-1F74-C68F-1FF3B3E367A5}"/>
              </a:ext>
            </a:extLst>
          </p:cNvPr>
          <p:cNvCxnSpPr/>
          <p:nvPr/>
        </p:nvCxnSpPr>
        <p:spPr>
          <a:xfrm>
            <a:off x="4495800" y="6309360"/>
            <a:ext cx="397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92FACC0F-B0D3-52FE-A898-3B84B918A499}"/>
              </a:ext>
            </a:extLst>
          </p:cNvPr>
          <p:cNvSpPr/>
          <p:nvPr/>
        </p:nvSpPr>
        <p:spPr>
          <a:xfrm>
            <a:off x="3738372" y="91440"/>
            <a:ext cx="374904" cy="3749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756757-A2EE-5EEF-7CBB-607B7C968D92}"/>
              </a:ext>
            </a:extLst>
          </p:cNvPr>
          <p:cNvSpPr txBox="1"/>
          <p:nvPr/>
        </p:nvSpPr>
        <p:spPr>
          <a:xfrm>
            <a:off x="8646242" y="1130556"/>
            <a:ext cx="1523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Ficheras y clientes</a:t>
            </a:r>
          </a:p>
        </p:txBody>
      </p:sp>
    </p:spTree>
    <p:extLst>
      <p:ext uri="{BB962C8B-B14F-4D97-AF65-F5344CB8AC3E}">
        <p14:creationId xmlns:p14="http://schemas.microsoft.com/office/powerpoint/2010/main" val="415639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80427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246</Words>
  <Application>Microsoft Office PowerPoint</Application>
  <PresentationFormat>Panorámica</PresentationFormat>
  <Paragraphs>93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Arial Narrow</vt:lpstr>
      <vt:lpstr>Calibri</vt:lpstr>
      <vt:lpstr>Calibri Light</vt:lpstr>
      <vt:lpstr>Century Gothic</vt:lpstr>
      <vt:lpstr>FontAwesome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Programador de Informatica 02</cp:lastModifiedBy>
  <cp:revision>12</cp:revision>
  <dcterms:created xsi:type="dcterms:W3CDTF">2025-06-07T15:09:07Z</dcterms:created>
  <dcterms:modified xsi:type="dcterms:W3CDTF">2025-06-12T17:56:09Z</dcterms:modified>
</cp:coreProperties>
</file>