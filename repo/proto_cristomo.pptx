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980AB-117A-DE90-1669-1014DB2AE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EAC658-B762-73C4-8F79-4441E37B9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6AF56A-CB36-F0D4-40D0-48C2117C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A9230-8ECF-40A6-AE7F-512F17E84E4B}" type="datetimeFigureOut">
              <a:rPr lang="es-PE" smtClean="0"/>
              <a:t>26/08/2025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517267-16E4-7567-3EB7-E3F056D2B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E07021-9CCC-DD97-1B4B-C38C6F07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4107-A827-4377-A79C-881C489880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9423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12485-3278-9B3E-77E8-BD7883B56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AD201-16DD-BEA9-A2BD-FD5AB266C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92EA6A-7DA9-1323-11EE-744628C70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A9230-8ECF-40A6-AE7F-512F17E84E4B}" type="datetimeFigureOut">
              <a:rPr lang="es-PE" smtClean="0"/>
              <a:t>26/08/2025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851D54-3E1E-F765-D1DB-46AFB91F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707813-DF2B-59D9-7620-F1BFDB7E6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4107-A827-4377-A79C-881C489880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386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9A3BF-58DC-9847-9095-B6F80EDE8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075775-C89A-79F8-EE99-48D08F6D9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134009-C18C-AECE-504D-594ADEFE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A9230-8ECF-40A6-AE7F-512F17E84E4B}" type="datetimeFigureOut">
              <a:rPr lang="es-PE" smtClean="0"/>
              <a:t>26/08/2025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AF6245-4604-92F2-080C-9F5ACBC0B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8859D7-1117-0EA8-2919-E1D1ED39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4107-A827-4377-A79C-881C489880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40623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04B67-A277-7F80-59A6-8E5A1F52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E5CEE2-AE65-E342-AFA1-EE71B9C91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39B1F7-CF44-67D8-C58D-55C705EC8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A67990-03DA-C9FD-C4E3-BC44C5036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A9230-8ECF-40A6-AE7F-512F17E84E4B}" type="datetimeFigureOut">
              <a:rPr lang="es-PE" smtClean="0"/>
              <a:t>26/08/2025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63DE6E-FEC5-43D3-73E1-6ACABB56C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2B81E3-033E-77C0-C978-AD91776E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4107-A827-4377-A79C-881C489880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148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41D77-59EC-1665-A40C-BC71EECF2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E80AEC-4F14-D556-FADD-0BA3E3C79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5C8455-F9AF-FACF-D035-C50015CC6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E913BB7-A7BE-34EC-1C4B-931D6599F9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A7C7F6E-9E0B-30F7-5C87-5D6D94BB7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98CA8DF-96C5-7630-2664-F0C1EB61C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A9230-8ECF-40A6-AE7F-512F17E84E4B}" type="datetimeFigureOut">
              <a:rPr lang="es-PE" smtClean="0"/>
              <a:t>26/08/2025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E7F0E08-C664-6DA4-8EC0-5B91AB65B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6237A7B-0992-0A60-6BA7-09B92224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4107-A827-4377-A79C-881C489880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65557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8CD8D0-9CAD-7E24-126D-B259A2B3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8C2C15-8A73-4843-0D8C-C0FF2CDD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A9230-8ECF-40A6-AE7F-512F17E84E4B}" type="datetimeFigureOut">
              <a:rPr lang="es-PE" smtClean="0"/>
              <a:t>26/08/2025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E1D6E5-F8CF-4D31-E799-3618C5DC9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67C55C-4AEB-4707-C2B6-A3D839D97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4107-A827-4377-A79C-881C489880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8607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35A4376-CAE3-EE80-3462-771279557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A9230-8ECF-40A6-AE7F-512F17E84E4B}" type="datetimeFigureOut">
              <a:rPr lang="es-PE" smtClean="0"/>
              <a:t>26/08/2025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EDC56F-1296-3BB0-5372-77D3A43EE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80F124-5EBF-71A2-9DD2-B5F32345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4107-A827-4377-A79C-881C489880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2461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DC2A4C-160A-20DE-2F14-B0A64DBE6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9F0720-1D04-80F8-1445-DED52017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9242F6-2EE7-F875-5BD9-8AB8CE381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7F407B-935C-FA6C-1B7D-6826403CD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A9230-8ECF-40A6-AE7F-512F17E84E4B}" type="datetimeFigureOut">
              <a:rPr lang="es-PE" smtClean="0"/>
              <a:t>26/08/2025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C39540-F753-C27B-C209-A8B73D5E4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377D35-3475-F04A-1433-0B32E4609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4107-A827-4377-A79C-881C489880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673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EEAD6-3863-3093-F606-F96F72F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0660CFA-F3D9-A015-6AB1-436B85168F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7AF13B-76F9-A578-A171-94407A578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E510CB-E93C-E9F5-94A1-704D598BA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A9230-8ECF-40A6-AE7F-512F17E84E4B}" type="datetimeFigureOut">
              <a:rPr lang="es-PE" smtClean="0"/>
              <a:t>26/08/2025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8A61A6-4471-2104-0FE4-C07D670E4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2B1872-55F4-608C-898B-A4B554FF2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4107-A827-4377-A79C-881C489880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9403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92330-B371-56DD-DA52-D15604A6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152356-214D-90D6-E302-9C15D8D62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AE8C60-2EA5-3146-5401-0ABF3CF5B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A9230-8ECF-40A6-AE7F-512F17E84E4B}" type="datetimeFigureOut">
              <a:rPr lang="es-PE" smtClean="0"/>
              <a:t>26/08/2025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1F8654-813C-CFC4-8F7B-EBEA42A9A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D85EB0-84EF-F4AE-F4F6-ECC6A8836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4107-A827-4377-A79C-881C489880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9310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B4F082-EB75-B07F-631D-D21F17A79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E2329A-5B5F-C59D-9452-72FCAC4B3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FC7F25-B47D-E1FF-31A3-63B627B96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A9230-8ECF-40A6-AE7F-512F17E84E4B}" type="datetimeFigureOut">
              <a:rPr lang="es-PE" smtClean="0"/>
              <a:t>26/08/2025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AE7FB9-5D86-9A4A-6D88-A661E479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F4992D-6947-0A3A-83A6-27B6A6A1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4107-A827-4377-A79C-881C489880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045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2ABA3D9-05A9-E7F3-01E6-C3C3184A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1298C6-6D7F-FBE9-FCF6-87BAFBDEE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3E563B-4762-2EF9-36EF-887D340A4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A9230-8ECF-40A6-AE7F-512F17E84E4B}" type="datetimeFigureOut">
              <a:rPr lang="es-PE" smtClean="0"/>
              <a:t>26/08/2025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AF15C5-5DC4-28F3-00C9-CD0F0882B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185CF7-A50F-8B46-700A-8556A2F31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74107-A827-4377-A79C-881C489880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541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09D0FE7-8FC1-00D3-F1D7-DE0CC2EFB499}"/>
              </a:ext>
            </a:extLst>
          </p:cNvPr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445A33F-D151-DB5B-5045-5B4183784D43}"/>
              </a:ext>
            </a:extLst>
          </p:cNvPr>
          <p:cNvSpPr/>
          <p:nvPr/>
        </p:nvSpPr>
        <p:spPr>
          <a:xfrm>
            <a:off x="703851" y="5422830"/>
            <a:ext cx="3229973" cy="3385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52576D3-E6F4-7A99-AAB3-92FDBA466051}"/>
              </a:ext>
            </a:extLst>
          </p:cNvPr>
          <p:cNvSpPr/>
          <p:nvPr/>
        </p:nvSpPr>
        <p:spPr>
          <a:xfrm>
            <a:off x="786547" y="3367388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EBA029A-C068-759D-C406-AE392C80316D}"/>
              </a:ext>
            </a:extLst>
          </p:cNvPr>
          <p:cNvSpPr/>
          <p:nvPr/>
        </p:nvSpPr>
        <p:spPr>
          <a:xfrm>
            <a:off x="1095373" y="2904825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0F410E9-395B-6882-8B41-3F200EB916A4}"/>
              </a:ext>
            </a:extLst>
          </p:cNvPr>
          <p:cNvSpPr txBox="1"/>
          <p:nvPr/>
        </p:nvSpPr>
        <p:spPr>
          <a:xfrm>
            <a:off x="911843" y="1996377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Ejmooooo</a:t>
            </a:r>
            <a:r>
              <a:rPr lang="es-ES" sz="1400" dirty="0">
                <a:latin typeface="Century Gothic" panose="020B0502020202020204" pitchFamily="34" charset="0"/>
              </a:rPr>
              <a:t>, </a:t>
            </a:r>
            <a:r>
              <a:rPr lang="es-ES" sz="1400" dirty="0" err="1">
                <a:latin typeface="Century Gothic" panose="020B0502020202020204" pitchFamily="34" charset="0"/>
              </a:rPr>
              <a:t>ooo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A10770A-93A2-7E1A-D2C6-A2DB2D16E0AC}"/>
              </a:ext>
            </a:extLst>
          </p:cNvPr>
          <p:cNvSpPr/>
          <p:nvPr/>
        </p:nvSpPr>
        <p:spPr>
          <a:xfrm>
            <a:off x="585788" y="328613"/>
            <a:ext cx="290036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52A12EE-BFB3-E178-A5BF-3D7E18BEE7D9}"/>
              </a:ext>
            </a:extLst>
          </p:cNvPr>
          <p:cNvSpPr txBox="1"/>
          <p:nvPr/>
        </p:nvSpPr>
        <p:spPr>
          <a:xfrm>
            <a:off x="1921492" y="1211040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9811167-B44B-C79D-B24F-C1D8096236CA}"/>
              </a:ext>
            </a:extLst>
          </p:cNvPr>
          <p:cNvSpPr txBox="1"/>
          <p:nvPr/>
        </p:nvSpPr>
        <p:spPr>
          <a:xfrm>
            <a:off x="2009775" y="4604265"/>
            <a:ext cx="42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latin typeface="FontAwesome" pitchFamily="2" charset="0"/>
              </a:rPr>
              <a:t>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6F5E48E-DA73-E56D-10B6-23ACEB4F9F10}"/>
              </a:ext>
            </a:extLst>
          </p:cNvPr>
          <p:cNvSpPr txBox="1"/>
          <p:nvPr/>
        </p:nvSpPr>
        <p:spPr>
          <a:xfrm>
            <a:off x="495859" y="328613"/>
            <a:ext cx="41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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1EE628E-0ABD-F4D3-D2DE-E25BB6A7DC31}"/>
              </a:ext>
            </a:extLst>
          </p:cNvPr>
          <p:cNvSpPr txBox="1"/>
          <p:nvPr/>
        </p:nvSpPr>
        <p:spPr>
          <a:xfrm>
            <a:off x="452848" y="128117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D3F1911-D40D-517F-9592-2D10B0979F0F}"/>
              </a:ext>
            </a:extLst>
          </p:cNvPr>
          <p:cNvSpPr txBox="1"/>
          <p:nvPr/>
        </p:nvSpPr>
        <p:spPr>
          <a:xfrm>
            <a:off x="5248068" y="1914148"/>
            <a:ext cx="1685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>
                <a:latin typeface="Century Gothic" panose="020B0502020202020204" pitchFamily="34" charset="0"/>
              </a:rPr>
              <a:t>¿Cómo te </a:t>
            </a:r>
            <a:r>
              <a:rPr lang="es-PE" sz="1600" b="1" dirty="0" err="1">
                <a:latin typeface="Century Gothic" panose="020B0502020202020204" pitchFamily="34" charset="0"/>
              </a:rPr>
              <a:t>xxx</a:t>
            </a:r>
            <a:r>
              <a:rPr lang="es-PE" sz="1600" b="1" dirty="0">
                <a:latin typeface="Century Gothic" panose="020B0502020202020204" pitchFamily="34" charset="0"/>
              </a:rPr>
              <a:t>?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6B867D7-7D21-42E7-DD21-78D6D4934CAA}"/>
              </a:ext>
            </a:extLst>
          </p:cNvPr>
          <p:cNvSpPr txBox="1"/>
          <p:nvPr/>
        </p:nvSpPr>
        <p:spPr>
          <a:xfrm>
            <a:off x="462155" y="177082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1A1E283-28F5-AEBC-6966-D23F40DA26D2}"/>
              </a:ext>
            </a:extLst>
          </p:cNvPr>
          <p:cNvSpPr txBox="1"/>
          <p:nvPr/>
        </p:nvSpPr>
        <p:spPr>
          <a:xfrm>
            <a:off x="2506402" y="587043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1BE21F9-4749-089D-ED19-C60B305FD025}"/>
              </a:ext>
            </a:extLst>
          </p:cNvPr>
          <p:cNvSpPr txBox="1"/>
          <p:nvPr/>
        </p:nvSpPr>
        <p:spPr>
          <a:xfrm>
            <a:off x="1692113" y="587043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FB84986-9676-9908-1591-2F0DFB5FBD32}"/>
              </a:ext>
            </a:extLst>
          </p:cNvPr>
          <p:cNvSpPr txBox="1"/>
          <p:nvPr/>
        </p:nvSpPr>
        <p:spPr>
          <a:xfrm>
            <a:off x="855235" y="588847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7" name="Rectángulo: esquinas redondeadas 16">
            <a:hlinkClick r:id="rId2" action="ppaction://hlinksldjump"/>
            <a:extLst>
              <a:ext uri="{FF2B5EF4-FFF2-40B4-BE49-F238E27FC236}">
                <a16:creationId xmlns:a16="http://schemas.microsoft.com/office/drawing/2014/main" id="{5E723237-E0C1-08DA-437C-C8C0A0D384D1}"/>
              </a:ext>
            </a:extLst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303B416-9B39-9903-E848-D6EED4661A72}"/>
              </a:ext>
            </a:extLst>
          </p:cNvPr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C3E80567-CA75-438D-B9D0-A8E5694E139B}"/>
              </a:ext>
            </a:extLst>
          </p:cNvPr>
          <p:cNvSpPr/>
          <p:nvPr/>
        </p:nvSpPr>
        <p:spPr>
          <a:xfrm>
            <a:off x="1247773" y="3057225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99559297-7E14-4B8C-743E-B9CD6C684F4D}"/>
              </a:ext>
            </a:extLst>
          </p:cNvPr>
          <p:cNvSpPr/>
          <p:nvPr/>
        </p:nvSpPr>
        <p:spPr>
          <a:xfrm>
            <a:off x="4648201" y="3074494"/>
            <a:ext cx="1800972" cy="58578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xxx</a:t>
            </a:r>
            <a:r>
              <a:rPr lang="es-PE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 (</a:t>
            </a:r>
            <a:r>
              <a:rPr lang="es-PE" sz="14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xx</a:t>
            </a:r>
            <a:r>
              <a:rPr lang="es-PE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BC0AE19F-29B1-3332-5F08-B6CA4A65DFEA}"/>
              </a:ext>
            </a:extLst>
          </p:cNvPr>
          <p:cNvSpPr/>
          <p:nvPr/>
        </p:nvSpPr>
        <p:spPr>
          <a:xfrm>
            <a:off x="6622926" y="3074494"/>
            <a:ext cx="1589937" cy="58578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Century Gothic" panose="020B0502020202020204" pitchFamily="34" charset="0"/>
              </a:rPr>
              <a:t>A</a:t>
            </a:r>
            <a:r>
              <a:rPr lang="es-PE" sz="1400" dirty="0" err="1">
                <a:latin typeface="Century Gothic" panose="020B0502020202020204" pitchFamily="34" charset="0"/>
              </a:rPr>
              <a:t>xxx</a:t>
            </a:r>
            <a:r>
              <a:rPr lang="es-PE" sz="1400" dirty="0">
                <a:latin typeface="Century Gothic" panose="020B0502020202020204" pitchFamily="34" charset="0"/>
              </a:rPr>
              <a:t>(</a:t>
            </a:r>
            <a:r>
              <a:rPr lang="es-PE" sz="1400" dirty="0" err="1">
                <a:latin typeface="Century Gothic" panose="020B0502020202020204" pitchFamily="34" charset="0"/>
              </a:rPr>
              <a:t>xxx</a:t>
            </a:r>
            <a:r>
              <a:rPr lang="es-PE" sz="1400" dirty="0"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6563BE5-48E5-8C34-E877-98D83303A34B}"/>
              </a:ext>
            </a:extLst>
          </p:cNvPr>
          <p:cNvSpPr txBox="1"/>
          <p:nvPr/>
        </p:nvSpPr>
        <p:spPr>
          <a:xfrm>
            <a:off x="8646242" y="1130556"/>
            <a:ext cx="68320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mod04</a:t>
            </a: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2DB5478-B1BA-778B-FACD-CB9987F5D548}"/>
              </a:ext>
            </a:extLst>
          </p:cNvPr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latin typeface="FontAwesome" pitchFamily="2" charset="0"/>
              </a:rPr>
              <a:t></a:t>
            </a:r>
          </a:p>
        </p:txBody>
      </p:sp>
    </p:spTree>
    <p:extLst>
      <p:ext uri="{BB962C8B-B14F-4D97-AF65-F5344CB8AC3E}">
        <p14:creationId xmlns:p14="http://schemas.microsoft.com/office/powerpoint/2010/main" val="176070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05A0A-4F20-6510-7583-0E1E21BEE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F3DD178-7939-D768-2178-A55D5DBAB268}"/>
              </a:ext>
            </a:extLst>
          </p:cNvPr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EBDE07C-755C-96AB-0A01-E783F81DDAE4}"/>
              </a:ext>
            </a:extLst>
          </p:cNvPr>
          <p:cNvSpPr/>
          <p:nvPr/>
        </p:nvSpPr>
        <p:spPr>
          <a:xfrm>
            <a:off x="703851" y="5422830"/>
            <a:ext cx="3229973" cy="3385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FF4D4C1-F17F-7341-5454-77FCFEAABBD8}"/>
              </a:ext>
            </a:extLst>
          </p:cNvPr>
          <p:cNvSpPr/>
          <p:nvPr/>
        </p:nvSpPr>
        <p:spPr>
          <a:xfrm>
            <a:off x="786547" y="3367388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5F5BC70-6147-C3C0-1003-52F2A0659A6C}"/>
              </a:ext>
            </a:extLst>
          </p:cNvPr>
          <p:cNvSpPr/>
          <p:nvPr/>
        </p:nvSpPr>
        <p:spPr>
          <a:xfrm>
            <a:off x="1095373" y="2904825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ED6797C-3B33-D38B-2665-CDE5C69CE199}"/>
              </a:ext>
            </a:extLst>
          </p:cNvPr>
          <p:cNvSpPr txBox="1"/>
          <p:nvPr/>
        </p:nvSpPr>
        <p:spPr>
          <a:xfrm>
            <a:off x="911843" y="1996377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Ejmooooo</a:t>
            </a:r>
            <a:r>
              <a:rPr lang="es-ES" sz="1400" dirty="0">
                <a:latin typeface="Century Gothic" panose="020B0502020202020204" pitchFamily="34" charset="0"/>
              </a:rPr>
              <a:t>, </a:t>
            </a:r>
            <a:r>
              <a:rPr lang="es-ES" sz="1400" dirty="0" err="1">
                <a:latin typeface="Century Gothic" panose="020B0502020202020204" pitchFamily="34" charset="0"/>
              </a:rPr>
              <a:t>ooo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ECD209A-5818-1B72-21A3-E22F3E39C3BB}"/>
              </a:ext>
            </a:extLst>
          </p:cNvPr>
          <p:cNvSpPr/>
          <p:nvPr/>
        </p:nvSpPr>
        <p:spPr>
          <a:xfrm>
            <a:off x="585788" y="328613"/>
            <a:ext cx="290036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465E961-8FCA-2DBE-CFA5-AB2118E9295B}"/>
              </a:ext>
            </a:extLst>
          </p:cNvPr>
          <p:cNvSpPr txBox="1"/>
          <p:nvPr/>
        </p:nvSpPr>
        <p:spPr>
          <a:xfrm>
            <a:off x="1921492" y="1211040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ADAC930-50A1-21AD-399E-6A89C2FA1AAD}"/>
              </a:ext>
            </a:extLst>
          </p:cNvPr>
          <p:cNvSpPr txBox="1"/>
          <p:nvPr/>
        </p:nvSpPr>
        <p:spPr>
          <a:xfrm>
            <a:off x="2009775" y="4604265"/>
            <a:ext cx="42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latin typeface="FontAwesome" pitchFamily="2" charset="0"/>
              </a:rPr>
              <a:t>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D890F62-DA2A-69FB-171C-1A4609D0F93C}"/>
              </a:ext>
            </a:extLst>
          </p:cNvPr>
          <p:cNvSpPr txBox="1"/>
          <p:nvPr/>
        </p:nvSpPr>
        <p:spPr>
          <a:xfrm>
            <a:off x="495859" y="328613"/>
            <a:ext cx="41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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446D6C-C012-049B-1F15-B71CC2E8F9A0}"/>
              </a:ext>
            </a:extLst>
          </p:cNvPr>
          <p:cNvSpPr txBox="1"/>
          <p:nvPr/>
        </p:nvSpPr>
        <p:spPr>
          <a:xfrm>
            <a:off x="452848" y="128117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6EFE409-6682-759F-72F5-430EF5D4E8D6}"/>
              </a:ext>
            </a:extLst>
          </p:cNvPr>
          <p:cNvSpPr txBox="1"/>
          <p:nvPr/>
        </p:nvSpPr>
        <p:spPr>
          <a:xfrm>
            <a:off x="5248068" y="1914148"/>
            <a:ext cx="1685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>
                <a:latin typeface="Century Gothic" panose="020B0502020202020204" pitchFamily="34" charset="0"/>
              </a:rPr>
              <a:t>¿Cómo te </a:t>
            </a:r>
            <a:r>
              <a:rPr lang="es-PE" sz="1600" b="1" dirty="0" err="1">
                <a:latin typeface="Century Gothic" panose="020B0502020202020204" pitchFamily="34" charset="0"/>
              </a:rPr>
              <a:t>xxx</a:t>
            </a:r>
            <a:r>
              <a:rPr lang="es-PE" sz="1600" b="1" dirty="0">
                <a:latin typeface="Century Gothic" panose="020B0502020202020204" pitchFamily="34" charset="0"/>
              </a:rPr>
              <a:t>?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8AEAF0F-F25B-89BD-2C55-A1C4470AD6AF}"/>
              </a:ext>
            </a:extLst>
          </p:cNvPr>
          <p:cNvSpPr txBox="1"/>
          <p:nvPr/>
        </p:nvSpPr>
        <p:spPr>
          <a:xfrm>
            <a:off x="462155" y="177082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D4B326F-44D3-1D9F-7901-55BCDDD20A1A}"/>
              </a:ext>
            </a:extLst>
          </p:cNvPr>
          <p:cNvSpPr txBox="1"/>
          <p:nvPr/>
        </p:nvSpPr>
        <p:spPr>
          <a:xfrm>
            <a:off x="2506402" y="587043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C759667-CC1F-057D-041E-149BE35BB469}"/>
              </a:ext>
            </a:extLst>
          </p:cNvPr>
          <p:cNvSpPr txBox="1"/>
          <p:nvPr/>
        </p:nvSpPr>
        <p:spPr>
          <a:xfrm>
            <a:off x="1692113" y="587043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ADED8C5-8B5F-C1C2-90BB-0918BF016A66}"/>
              </a:ext>
            </a:extLst>
          </p:cNvPr>
          <p:cNvSpPr txBox="1"/>
          <p:nvPr/>
        </p:nvSpPr>
        <p:spPr>
          <a:xfrm>
            <a:off x="855235" y="588847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7" name="Rectángulo: esquinas redondeadas 16">
            <a:hlinkClick r:id="rId2" action="ppaction://hlinksldjump"/>
            <a:extLst>
              <a:ext uri="{FF2B5EF4-FFF2-40B4-BE49-F238E27FC236}">
                <a16:creationId xmlns:a16="http://schemas.microsoft.com/office/drawing/2014/main" id="{70A138EE-17B9-EA66-9F99-9A65B628559E}"/>
              </a:ext>
            </a:extLst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80F4EFC5-C5AA-E173-4365-455E463C581F}"/>
              </a:ext>
            </a:extLst>
          </p:cNvPr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E2ED9789-1E38-3A42-A880-60F032E097C9}"/>
              </a:ext>
            </a:extLst>
          </p:cNvPr>
          <p:cNvSpPr/>
          <p:nvPr/>
        </p:nvSpPr>
        <p:spPr>
          <a:xfrm>
            <a:off x="1247773" y="3057225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B25F82C0-02F1-EDBA-E248-55910091B593}"/>
              </a:ext>
            </a:extLst>
          </p:cNvPr>
          <p:cNvSpPr/>
          <p:nvPr/>
        </p:nvSpPr>
        <p:spPr>
          <a:xfrm>
            <a:off x="4648201" y="3074494"/>
            <a:ext cx="1800972" cy="58578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xxx</a:t>
            </a:r>
            <a:r>
              <a:rPr lang="es-PE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 (</a:t>
            </a:r>
            <a:r>
              <a:rPr lang="es-PE" sz="14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xx</a:t>
            </a:r>
            <a:r>
              <a:rPr lang="es-PE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0034B8E1-359C-6C90-2A03-C6524C416227}"/>
              </a:ext>
            </a:extLst>
          </p:cNvPr>
          <p:cNvSpPr/>
          <p:nvPr/>
        </p:nvSpPr>
        <p:spPr>
          <a:xfrm>
            <a:off x="6622926" y="3074494"/>
            <a:ext cx="1589937" cy="58578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Century Gothic" panose="020B0502020202020204" pitchFamily="34" charset="0"/>
              </a:rPr>
              <a:t>A</a:t>
            </a:r>
            <a:r>
              <a:rPr lang="es-PE" sz="1400" dirty="0" err="1">
                <a:latin typeface="Century Gothic" panose="020B0502020202020204" pitchFamily="34" charset="0"/>
              </a:rPr>
              <a:t>xxx</a:t>
            </a:r>
            <a:r>
              <a:rPr lang="es-PE" sz="1400" dirty="0">
                <a:latin typeface="Century Gothic" panose="020B0502020202020204" pitchFamily="34" charset="0"/>
              </a:rPr>
              <a:t>(</a:t>
            </a:r>
            <a:r>
              <a:rPr lang="es-PE" sz="1400" dirty="0" err="1">
                <a:latin typeface="Century Gothic" panose="020B0502020202020204" pitchFamily="34" charset="0"/>
              </a:rPr>
              <a:t>xxx</a:t>
            </a:r>
            <a:r>
              <a:rPr lang="es-PE" sz="1400" dirty="0"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0174E5A-1A47-5B1E-E57C-08B725828BBA}"/>
              </a:ext>
            </a:extLst>
          </p:cNvPr>
          <p:cNvSpPr txBox="1"/>
          <p:nvPr/>
        </p:nvSpPr>
        <p:spPr>
          <a:xfrm>
            <a:off x="8646242" y="1130556"/>
            <a:ext cx="68320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mod04</a:t>
            </a: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E7045A5-7439-0342-44EE-0FE616D2D310}"/>
              </a:ext>
            </a:extLst>
          </p:cNvPr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latin typeface="FontAwesome" pitchFamily="2" charset="0"/>
              </a:rPr>
              <a:t></a:t>
            </a:r>
          </a:p>
        </p:txBody>
      </p:sp>
    </p:spTree>
    <p:extLst>
      <p:ext uri="{BB962C8B-B14F-4D97-AF65-F5344CB8AC3E}">
        <p14:creationId xmlns:p14="http://schemas.microsoft.com/office/powerpoint/2010/main" val="1654739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B3B8C-864C-D1AC-916B-329B28DED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AEE37B6-D6DE-04FD-8BB6-2F6D93543F65}"/>
              </a:ext>
            </a:extLst>
          </p:cNvPr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C549B9E-5E73-7B27-E406-CA0007D019CD}"/>
              </a:ext>
            </a:extLst>
          </p:cNvPr>
          <p:cNvSpPr/>
          <p:nvPr/>
        </p:nvSpPr>
        <p:spPr>
          <a:xfrm>
            <a:off x="703851" y="5422830"/>
            <a:ext cx="3229973" cy="3385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B718DBC-9556-5145-4651-06FF0A5C5CB7}"/>
              </a:ext>
            </a:extLst>
          </p:cNvPr>
          <p:cNvSpPr/>
          <p:nvPr/>
        </p:nvSpPr>
        <p:spPr>
          <a:xfrm>
            <a:off x="786547" y="3367388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867A3EB-7028-046D-2820-7FBEFD080163}"/>
              </a:ext>
            </a:extLst>
          </p:cNvPr>
          <p:cNvSpPr/>
          <p:nvPr/>
        </p:nvSpPr>
        <p:spPr>
          <a:xfrm>
            <a:off x="1095373" y="2904825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4BC12AB-FDDC-DE70-12C5-2E657419EBE1}"/>
              </a:ext>
            </a:extLst>
          </p:cNvPr>
          <p:cNvSpPr txBox="1"/>
          <p:nvPr/>
        </p:nvSpPr>
        <p:spPr>
          <a:xfrm>
            <a:off x="911843" y="1996377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Ejmooooo</a:t>
            </a:r>
            <a:r>
              <a:rPr lang="es-ES" sz="1400" dirty="0">
                <a:latin typeface="Century Gothic" panose="020B0502020202020204" pitchFamily="34" charset="0"/>
              </a:rPr>
              <a:t>, </a:t>
            </a:r>
            <a:r>
              <a:rPr lang="es-ES" sz="1400" dirty="0" err="1">
                <a:latin typeface="Century Gothic" panose="020B0502020202020204" pitchFamily="34" charset="0"/>
              </a:rPr>
              <a:t>ooo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9B970E5-0C01-7AB0-C665-56A473CC45A8}"/>
              </a:ext>
            </a:extLst>
          </p:cNvPr>
          <p:cNvSpPr/>
          <p:nvPr/>
        </p:nvSpPr>
        <p:spPr>
          <a:xfrm>
            <a:off x="585788" y="328613"/>
            <a:ext cx="290036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A68F35-F9E3-FE94-92F5-BC8E17972FCE}"/>
              </a:ext>
            </a:extLst>
          </p:cNvPr>
          <p:cNvSpPr txBox="1"/>
          <p:nvPr/>
        </p:nvSpPr>
        <p:spPr>
          <a:xfrm>
            <a:off x="1921492" y="1211040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0B080C0-968D-340B-CDD8-95DC32C37A61}"/>
              </a:ext>
            </a:extLst>
          </p:cNvPr>
          <p:cNvSpPr txBox="1"/>
          <p:nvPr/>
        </p:nvSpPr>
        <p:spPr>
          <a:xfrm>
            <a:off x="2009775" y="4604265"/>
            <a:ext cx="42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latin typeface="FontAwesome" pitchFamily="2" charset="0"/>
              </a:rPr>
              <a:t>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C0B502C-E3FA-CEE6-3323-0FE241A105E9}"/>
              </a:ext>
            </a:extLst>
          </p:cNvPr>
          <p:cNvSpPr txBox="1"/>
          <p:nvPr/>
        </p:nvSpPr>
        <p:spPr>
          <a:xfrm>
            <a:off x="495859" y="328613"/>
            <a:ext cx="41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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033FD8F-ED9A-CDC6-C644-C3ACE000CDBB}"/>
              </a:ext>
            </a:extLst>
          </p:cNvPr>
          <p:cNvSpPr txBox="1"/>
          <p:nvPr/>
        </p:nvSpPr>
        <p:spPr>
          <a:xfrm>
            <a:off x="452848" y="128117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221C65E-C469-31A9-F359-1BBE658B7D87}"/>
              </a:ext>
            </a:extLst>
          </p:cNvPr>
          <p:cNvSpPr txBox="1"/>
          <p:nvPr/>
        </p:nvSpPr>
        <p:spPr>
          <a:xfrm>
            <a:off x="5248068" y="1914148"/>
            <a:ext cx="1685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>
                <a:latin typeface="Century Gothic" panose="020B0502020202020204" pitchFamily="34" charset="0"/>
              </a:rPr>
              <a:t>¿Cómo te </a:t>
            </a:r>
            <a:r>
              <a:rPr lang="es-PE" sz="1600" b="1" dirty="0" err="1">
                <a:latin typeface="Century Gothic" panose="020B0502020202020204" pitchFamily="34" charset="0"/>
              </a:rPr>
              <a:t>xxx</a:t>
            </a:r>
            <a:r>
              <a:rPr lang="es-PE" sz="1600" b="1" dirty="0">
                <a:latin typeface="Century Gothic" panose="020B0502020202020204" pitchFamily="34" charset="0"/>
              </a:rPr>
              <a:t>?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373F39D-FBC7-E96D-2B9A-FC0158C7977A}"/>
              </a:ext>
            </a:extLst>
          </p:cNvPr>
          <p:cNvSpPr txBox="1"/>
          <p:nvPr/>
        </p:nvSpPr>
        <p:spPr>
          <a:xfrm>
            <a:off x="462155" y="177082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68342A6-E596-3C9D-41D4-CFEBB7D64F66}"/>
              </a:ext>
            </a:extLst>
          </p:cNvPr>
          <p:cNvSpPr txBox="1"/>
          <p:nvPr/>
        </p:nvSpPr>
        <p:spPr>
          <a:xfrm>
            <a:off x="2506402" y="587043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62E0CC3-7660-38EB-D87C-C73267261A0C}"/>
              </a:ext>
            </a:extLst>
          </p:cNvPr>
          <p:cNvSpPr txBox="1"/>
          <p:nvPr/>
        </p:nvSpPr>
        <p:spPr>
          <a:xfrm>
            <a:off x="1692113" y="587043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7D898B5-4EE6-111C-A15D-A37156ACF51F}"/>
              </a:ext>
            </a:extLst>
          </p:cNvPr>
          <p:cNvSpPr txBox="1"/>
          <p:nvPr/>
        </p:nvSpPr>
        <p:spPr>
          <a:xfrm>
            <a:off x="855235" y="588847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7" name="Rectángulo: esquinas redondeadas 16">
            <a:hlinkClick r:id="rId2" action="ppaction://hlinksldjump"/>
            <a:extLst>
              <a:ext uri="{FF2B5EF4-FFF2-40B4-BE49-F238E27FC236}">
                <a16:creationId xmlns:a16="http://schemas.microsoft.com/office/drawing/2014/main" id="{C15FF286-9F35-81CA-E3D0-6D4B75F7C1E9}"/>
              </a:ext>
            </a:extLst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53379BB-0ADE-8E59-2E56-D781875C8595}"/>
              </a:ext>
            </a:extLst>
          </p:cNvPr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93784451-DDAA-53BE-8A8D-AE0D897E830B}"/>
              </a:ext>
            </a:extLst>
          </p:cNvPr>
          <p:cNvSpPr/>
          <p:nvPr/>
        </p:nvSpPr>
        <p:spPr>
          <a:xfrm>
            <a:off x="1247773" y="3057225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E786C32C-BBBC-469E-0EAC-93FAE2C1E114}"/>
              </a:ext>
            </a:extLst>
          </p:cNvPr>
          <p:cNvSpPr/>
          <p:nvPr/>
        </p:nvSpPr>
        <p:spPr>
          <a:xfrm>
            <a:off x="6622926" y="3074494"/>
            <a:ext cx="1589937" cy="58578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Century Gothic" panose="020B0502020202020204" pitchFamily="34" charset="0"/>
              </a:rPr>
              <a:t>A</a:t>
            </a:r>
            <a:r>
              <a:rPr lang="es-PE" sz="1400" dirty="0" err="1">
                <a:latin typeface="Century Gothic" panose="020B0502020202020204" pitchFamily="34" charset="0"/>
              </a:rPr>
              <a:t>xx</a:t>
            </a:r>
            <a:r>
              <a:rPr lang="es-PE" sz="1400" dirty="0">
                <a:latin typeface="Century Gothic" panose="020B0502020202020204" pitchFamily="34" charset="0"/>
              </a:rPr>
              <a:t>(</a:t>
            </a:r>
            <a:r>
              <a:rPr lang="es-PE" sz="1400" dirty="0" err="1">
                <a:latin typeface="Century Gothic" panose="020B0502020202020204" pitchFamily="34" charset="0"/>
              </a:rPr>
              <a:t>xxx</a:t>
            </a:r>
            <a:r>
              <a:rPr lang="es-PE" sz="1400" dirty="0"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51DF3E6-9125-92FE-4CBD-32B6BB4A196D}"/>
              </a:ext>
            </a:extLst>
          </p:cNvPr>
          <p:cNvSpPr txBox="1"/>
          <p:nvPr/>
        </p:nvSpPr>
        <p:spPr>
          <a:xfrm>
            <a:off x="8646242" y="1130556"/>
            <a:ext cx="68320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mod04</a:t>
            </a: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F960DE5-B88A-FE9C-67B2-EAFAC6C1B0F1}"/>
              </a:ext>
            </a:extLst>
          </p:cNvPr>
          <p:cNvSpPr txBox="1"/>
          <p:nvPr/>
        </p:nvSpPr>
        <p:spPr>
          <a:xfrm>
            <a:off x="10920634" y="282447"/>
            <a:ext cx="423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000" dirty="0">
                <a:latin typeface="FontAwesome" pitchFamily="2" charset="0"/>
              </a:rPr>
              <a:t></a:t>
            </a:r>
          </a:p>
        </p:txBody>
      </p:sp>
    </p:spTree>
    <p:extLst>
      <p:ext uri="{BB962C8B-B14F-4D97-AF65-F5344CB8AC3E}">
        <p14:creationId xmlns:p14="http://schemas.microsoft.com/office/powerpoint/2010/main" val="28236658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104</Words>
  <Application>Microsoft Office PowerPoint</Application>
  <PresentationFormat>Panorámica</PresentationFormat>
  <Paragraphs>59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Century Gothic</vt:lpstr>
      <vt:lpstr>FontAwesome</vt:lpstr>
      <vt:lpstr>Times New Roman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Programador de Informatica 02</cp:lastModifiedBy>
  <cp:revision>2</cp:revision>
  <dcterms:created xsi:type="dcterms:W3CDTF">2025-06-07T15:08:46Z</dcterms:created>
  <dcterms:modified xsi:type="dcterms:W3CDTF">2025-08-26T19:30:09Z</dcterms:modified>
</cp:coreProperties>
</file>