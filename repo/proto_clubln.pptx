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57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3" autoAdjust="0"/>
    <p:restoredTop sz="94660"/>
  </p:normalViewPr>
  <p:slideViewPr>
    <p:cSldViewPr snapToGrid="0">
      <p:cViewPr varScale="1">
        <p:scale>
          <a:sx n="71" d="100"/>
          <a:sy n="71" d="100"/>
        </p:scale>
        <p:origin x="68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715FDC-6984-343E-A4A8-5B3C6CAB3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88F6684-CD94-C3C9-20C7-D2E015CEF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4441A1-F067-E0B2-91A3-220A79D9B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96ABB2-2DF8-06E4-9FA9-493ECF936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56DA3F-3398-A44D-FF74-02B5D725C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06909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6E089-3736-9C92-6F7B-D7352F6DC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930B10-5A71-8A86-8902-5C28AA7A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48F7469-202D-175E-691E-EB4CE2BF7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B52547-7B3C-4534-C9AF-134914176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1A26937-4D5B-AA5C-4D57-36536AC1D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538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7622D0-C0A2-4738-CC5D-1F383B04F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9E3EC0-6DA9-2D06-7A89-439161E4C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B84116-5AB6-BEF7-A069-45B3B9038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FF202E-7C14-FFBA-91A2-E3A4FCD6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EE284F-F99B-E115-45A3-C8C8D81B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2547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59911-CA18-B08A-A4C0-863809395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574E85-C1B7-53F0-2A19-0E0EE781AC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73DF97-49EE-B0E5-DEA2-E73A07448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A929BC6-3191-91A9-1770-D8C5F850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688D0CE-91FD-0BFF-85DE-9DC3027F5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0348836-E8F6-401F-2152-90E234C5D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72942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593CBA-B781-8144-4ACE-F9A320626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09EE95-1ABC-6CD7-F659-52D48150A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FCCD57B-86C3-CD3A-897A-CDDEA3214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4D0411C-0B0E-5478-CC3A-E178CFB153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9BCA4D2-E4B2-A3F9-B479-632DE9C09C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088-5762-82FE-3AB9-2DBB926CD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6F9DA97-46CF-7556-243F-A8A60730B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7EE6A90-D418-56DD-6690-0A765910B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87880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8B0059-A2BE-33DB-7399-926F47EA2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184707F-36CB-2B3F-69B7-0A7D8B818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A53D4D0-5F28-0D2C-69A4-79A5842C1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DA94B-43EA-B4AE-A5C9-D0358521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58832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C57029E-7B46-6B8E-CAB5-BF1E9BA52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482D85E-3296-440A-1453-BAD53DF13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6BA261-49D9-3152-02AB-B10548CA8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63090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A0999-DEB4-4ACF-9FFD-308CAE06F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973C2F-D140-81AB-E793-8C433C24C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0AAEB75-F626-A389-4168-0A53078F0B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9442089-DCB4-5A3D-AED0-62F42552A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5F808F7-DE11-6034-FF1E-98C972677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149F928-9DB2-B990-A1B9-93F742EBA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71621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D61E6-9DF6-48F8-D848-B8E78A602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FEC9DBC-0C94-54B7-5833-C7FC7B99C8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1289F56-AE3D-4571-901C-FA74E9C7A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02E0B3-A6CF-F94B-6203-AF5F1CF9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96381FD-4983-DC62-1ADB-BDC4656EF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8BA99F-50A3-BFFD-E2C0-47CA19528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99156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76E4E9-1F9D-E2D9-E640-1A443E35F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0812FCA-BBFA-A9FB-488E-C0D9739C88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2E63626-94AE-4FF2-6399-052FC054B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2C0BD6-1ECA-05EE-FCF5-2A8805DCA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5F188CC-D7DC-222A-70D1-B34637C16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7820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C074818-7598-8A3B-DEB7-975330AFDF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C187FCD-3DE5-64D9-ABA8-A3A65DEB21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50C7F8-0666-9184-BA63-70D566CD7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A9CB6DD-8269-5052-FCCE-38981E9FB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F7B3508-C689-2FD1-7968-284C11D57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47879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16A4443-B7E8-FA3C-12F7-AA1FA8AE3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2F1636F-B4F4-7582-530E-1407345F1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C3E07A-6739-AFB0-DA55-5E44EB39BE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C45ED-4D28-43F2-B307-A81661FA2ADE}" type="datetimeFigureOut">
              <a:rPr lang="es-MX" smtClean="0"/>
              <a:t>29/12/2025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791B5C-D5C3-608C-1DAE-1855B5390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8CACCA-8289-A35A-C472-D84FD7555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93F61-DA54-4980-AD9C-F7FBBC0842C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12739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6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BB87F728-2B10-BBA7-CC87-6B5976EFAA5D}"/>
              </a:ext>
            </a:extLst>
          </p:cNvPr>
          <p:cNvSpPr/>
          <p:nvPr/>
        </p:nvSpPr>
        <p:spPr>
          <a:xfrm>
            <a:off x="703851" y="5422830"/>
            <a:ext cx="3229973" cy="33855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873880E8-AE2A-957A-0060-E0ED075B2439}"/>
              </a:ext>
            </a:extLst>
          </p:cNvPr>
          <p:cNvSpPr/>
          <p:nvPr/>
        </p:nvSpPr>
        <p:spPr>
          <a:xfrm>
            <a:off x="786547" y="3367388"/>
            <a:ext cx="3255101" cy="29289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dirty="0">
                <a:latin typeface="Century Gothic" panose="020B0502020202020204" pitchFamily="34" charset="0"/>
              </a:rPr>
              <a:t>GUARDAR</a:t>
            </a:r>
            <a:endParaRPr lang="es-PE" sz="1500" dirty="0">
              <a:latin typeface="Century Gothic" panose="020B0502020202020204" pitchFamily="34" charset="0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A89EC16-1931-40B9-5759-17C314318F1B}"/>
              </a:ext>
            </a:extLst>
          </p:cNvPr>
          <p:cNvSpPr/>
          <p:nvPr/>
        </p:nvSpPr>
        <p:spPr>
          <a:xfrm>
            <a:off x="1095373" y="2904825"/>
            <a:ext cx="2276475" cy="2928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7E41FAD-5D77-99DC-C12A-DFFC0FD25805}"/>
              </a:ext>
            </a:extLst>
          </p:cNvPr>
          <p:cNvSpPr txBox="1"/>
          <p:nvPr/>
        </p:nvSpPr>
        <p:spPr>
          <a:xfrm>
            <a:off x="911843" y="1996377"/>
            <a:ext cx="15215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 err="1">
                <a:latin typeface="Century Gothic" panose="020B0502020202020204" pitchFamily="34" charset="0"/>
              </a:rPr>
              <a:t>Ejmooooo</a:t>
            </a:r>
            <a:r>
              <a:rPr lang="es-ES" sz="1400" dirty="0">
                <a:latin typeface="Century Gothic" panose="020B0502020202020204" pitchFamily="34" charset="0"/>
              </a:rPr>
              <a:t>, </a:t>
            </a:r>
            <a:r>
              <a:rPr lang="es-ES" sz="1400" dirty="0" err="1">
                <a:latin typeface="Century Gothic" panose="020B0502020202020204" pitchFamily="34" charset="0"/>
              </a:rPr>
              <a:t>ooo</a:t>
            </a:r>
            <a:endParaRPr lang="es-PE" sz="1400" dirty="0">
              <a:latin typeface="Century Gothic" panose="020B0502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6D0562-6DE6-26D1-09A8-144B725F1853}"/>
              </a:ext>
            </a:extLst>
          </p:cNvPr>
          <p:cNvSpPr/>
          <p:nvPr/>
        </p:nvSpPr>
        <p:spPr>
          <a:xfrm>
            <a:off x="585788" y="328613"/>
            <a:ext cx="2900362" cy="3077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36B56F3-27E0-04F2-3E32-E7CCDAAA54BB}"/>
              </a:ext>
            </a:extLst>
          </p:cNvPr>
          <p:cNvSpPr txBox="1"/>
          <p:nvPr/>
        </p:nvSpPr>
        <p:spPr>
          <a:xfrm>
            <a:off x="1921492" y="1211040"/>
            <a:ext cx="43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dirty="0">
                <a:latin typeface="FontAwesome" pitchFamily="2" charset="0"/>
              </a:rPr>
              <a:t>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D6EB49F-9E53-AC2C-F33A-63C6817BC298}"/>
              </a:ext>
            </a:extLst>
          </p:cNvPr>
          <p:cNvSpPr txBox="1"/>
          <p:nvPr/>
        </p:nvSpPr>
        <p:spPr>
          <a:xfrm>
            <a:off x="2009775" y="4604265"/>
            <a:ext cx="423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dirty="0">
                <a:latin typeface="FontAwesome" pitchFamily="2" charset="0"/>
              </a:rPr>
              <a:t>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8716942-6516-257F-818E-15D33CE88501}"/>
              </a:ext>
            </a:extLst>
          </p:cNvPr>
          <p:cNvSpPr txBox="1"/>
          <p:nvPr/>
        </p:nvSpPr>
        <p:spPr>
          <a:xfrm>
            <a:off x="495859" y="328613"/>
            <a:ext cx="415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FontAwesome" pitchFamily="2" charset="0"/>
              </a:rPr>
              <a:t> </a:t>
            </a:r>
            <a:r>
              <a:rPr lang="es-PE" dirty="0">
                <a:latin typeface="FontAwesome" pitchFamily="2" charset="0"/>
              </a:rPr>
              <a:t>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CEC66E-7706-8D0C-6311-63C36747A4D2}"/>
              </a:ext>
            </a:extLst>
          </p:cNvPr>
          <p:cNvSpPr txBox="1"/>
          <p:nvPr/>
        </p:nvSpPr>
        <p:spPr>
          <a:xfrm>
            <a:off x="452848" y="1281173"/>
            <a:ext cx="458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FontAwesome" pitchFamily="2" charset="0"/>
              </a:rPr>
              <a:t> </a:t>
            </a:r>
            <a:r>
              <a:rPr lang="es-PE" dirty="0">
                <a:latin typeface="FontAwesome" pitchFamily="2" charset="0"/>
              </a:rPr>
              <a:t>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85FBB53-7A02-70DA-0A12-9039117FFCED}"/>
              </a:ext>
            </a:extLst>
          </p:cNvPr>
          <p:cNvSpPr txBox="1"/>
          <p:nvPr/>
        </p:nvSpPr>
        <p:spPr>
          <a:xfrm>
            <a:off x="5248068" y="1914148"/>
            <a:ext cx="23551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>
                <a:latin typeface="Century Gothic" panose="020B0502020202020204" pitchFamily="34" charset="0"/>
              </a:rPr>
              <a:t>¿Cómo te identificas?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5F47215-90CF-DD18-DDFB-24E4610CC4AE}"/>
              </a:ext>
            </a:extLst>
          </p:cNvPr>
          <p:cNvSpPr txBox="1"/>
          <p:nvPr/>
        </p:nvSpPr>
        <p:spPr>
          <a:xfrm>
            <a:off x="462155" y="1770826"/>
            <a:ext cx="458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FontAwesome" pitchFamily="2" charset="0"/>
              </a:rPr>
              <a:t> </a:t>
            </a:r>
            <a:r>
              <a:rPr lang="es-PE" dirty="0">
                <a:latin typeface="FontAwesome" pitchFamily="2" charset="0"/>
              </a:rPr>
              <a:t>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10570ED-9FAB-EE5A-F87F-9D2295AD85E6}"/>
              </a:ext>
            </a:extLst>
          </p:cNvPr>
          <p:cNvSpPr txBox="1"/>
          <p:nvPr/>
        </p:nvSpPr>
        <p:spPr>
          <a:xfrm>
            <a:off x="2506402" y="5870433"/>
            <a:ext cx="458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FontAwesome" pitchFamily="2" charset="0"/>
              </a:rPr>
              <a:t> </a:t>
            </a:r>
            <a:r>
              <a:rPr lang="es-PE" dirty="0">
                <a:latin typeface="FontAwesome" pitchFamily="2" charset="0"/>
              </a:rPr>
              <a:t>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09E77BE-E562-252A-568B-FDD9ECDCB80D}"/>
              </a:ext>
            </a:extLst>
          </p:cNvPr>
          <p:cNvSpPr txBox="1"/>
          <p:nvPr/>
        </p:nvSpPr>
        <p:spPr>
          <a:xfrm>
            <a:off x="1692113" y="5870433"/>
            <a:ext cx="458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FontAwesome" pitchFamily="2" charset="0"/>
              </a:rPr>
              <a:t> </a:t>
            </a:r>
            <a:r>
              <a:rPr lang="es-PE" dirty="0">
                <a:latin typeface="FontAwesome" pitchFamily="2" charset="0"/>
              </a:rPr>
              <a:t>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6F4F712-A390-77A1-9797-F375DCF421F0}"/>
              </a:ext>
            </a:extLst>
          </p:cNvPr>
          <p:cNvSpPr txBox="1"/>
          <p:nvPr/>
        </p:nvSpPr>
        <p:spPr>
          <a:xfrm>
            <a:off x="855235" y="5888476"/>
            <a:ext cx="458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FontAwesome" pitchFamily="2" charset="0"/>
              </a:rPr>
              <a:t> </a:t>
            </a:r>
            <a:r>
              <a:rPr lang="es-PE" dirty="0">
                <a:latin typeface="FontAwesome" pitchFamily="2" charset="0"/>
              </a:rPr>
              <a:t></a:t>
            </a:r>
          </a:p>
        </p:txBody>
      </p:sp>
      <p:sp>
        <p:nvSpPr>
          <p:cNvPr id="18" name="Rectángulo: esquinas redondeadas 17">
            <a:hlinkClick r:id="rId2" action="ppaction://hlinksldjump"/>
            <a:extLst>
              <a:ext uri="{FF2B5EF4-FFF2-40B4-BE49-F238E27FC236}">
                <a16:creationId xmlns:a16="http://schemas.microsoft.com/office/drawing/2014/main" id="{7FFD709B-09A4-BA5C-989C-CCC2739A29DA}"/>
              </a:ext>
            </a:extLst>
          </p:cNvPr>
          <p:cNvSpPr/>
          <p:nvPr/>
        </p:nvSpPr>
        <p:spPr>
          <a:xfrm>
            <a:off x="4957762" y="6467204"/>
            <a:ext cx="3255101" cy="29289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dirty="0">
                <a:latin typeface="Century Gothic" panose="020B0502020202020204" pitchFamily="34" charset="0"/>
              </a:rPr>
              <a:t>CONTINUAR</a:t>
            </a:r>
            <a:endParaRPr lang="es-PE" sz="1500" dirty="0">
              <a:latin typeface="Century Gothic" panose="020B0502020202020204" pitchFamily="34" charset="0"/>
            </a:endParaRPr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7612773-6952-D420-0676-26F353E83B33}"/>
              </a:ext>
            </a:extLst>
          </p:cNvPr>
          <p:cNvCxnSpPr/>
          <p:nvPr/>
        </p:nvCxnSpPr>
        <p:spPr>
          <a:xfrm>
            <a:off x="4495800" y="6309360"/>
            <a:ext cx="39766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19DF1304-61A2-7BC1-07A8-0EA78A2071E1}"/>
              </a:ext>
            </a:extLst>
          </p:cNvPr>
          <p:cNvSpPr/>
          <p:nvPr/>
        </p:nvSpPr>
        <p:spPr>
          <a:xfrm>
            <a:off x="1247773" y="3057225"/>
            <a:ext cx="2276475" cy="29289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0814C054-C0E7-769F-B467-9E4A36415F7B}"/>
              </a:ext>
            </a:extLst>
          </p:cNvPr>
          <p:cNvSpPr/>
          <p:nvPr/>
        </p:nvSpPr>
        <p:spPr>
          <a:xfrm>
            <a:off x="4648201" y="3074494"/>
            <a:ext cx="1800972" cy="58578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PE" sz="1400" dirty="0">
                <a:solidFill>
                  <a:schemeClr val="bg1"/>
                </a:solidFill>
                <a:latin typeface="Century Gothic" panose="020B0502020202020204" pitchFamily="34" charset="0"/>
              </a:rPr>
              <a:t>Invitado (Hombre)</a:t>
            </a: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91A2B5AD-39D4-3DB8-02B4-545B65A57C9D}"/>
              </a:ext>
            </a:extLst>
          </p:cNvPr>
          <p:cNvSpPr/>
          <p:nvPr/>
        </p:nvSpPr>
        <p:spPr>
          <a:xfrm>
            <a:off x="6622926" y="3074494"/>
            <a:ext cx="1589937" cy="58578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1400" dirty="0">
                <a:latin typeface="Century Gothic" panose="020B0502020202020204" pitchFamily="34" charset="0"/>
              </a:rPr>
              <a:t>A</a:t>
            </a:r>
            <a:r>
              <a:rPr lang="es-PE" sz="1400" dirty="0" err="1">
                <a:latin typeface="Century Gothic" panose="020B0502020202020204" pitchFamily="34" charset="0"/>
              </a:rPr>
              <a:t>compañante</a:t>
            </a:r>
            <a:r>
              <a:rPr lang="es-PE" sz="1400" dirty="0">
                <a:latin typeface="Century Gothic" panose="020B0502020202020204" pitchFamily="34" charset="0"/>
              </a:rPr>
              <a:t>(Mujer)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799FAC17-1B32-7E42-52BA-2C3960CA8A42}"/>
              </a:ext>
            </a:extLst>
          </p:cNvPr>
          <p:cNvSpPr txBox="1"/>
          <p:nvPr/>
        </p:nvSpPr>
        <p:spPr>
          <a:xfrm>
            <a:off x="8646242" y="1130556"/>
            <a:ext cx="94288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Fich</a:t>
            </a:r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clie</a:t>
            </a:r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mod04</a:t>
            </a: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5B78328-6920-088C-5C6A-7B4B2C73E99A}"/>
              </a:ext>
            </a:extLst>
          </p:cNvPr>
          <p:cNvSpPr txBox="1"/>
          <p:nvPr/>
        </p:nvSpPr>
        <p:spPr>
          <a:xfrm>
            <a:off x="10920634" y="282447"/>
            <a:ext cx="42363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8000" dirty="0">
                <a:latin typeface="FontAwesome" pitchFamily="2" charset="0"/>
              </a:rPr>
              <a:t></a:t>
            </a:r>
          </a:p>
        </p:txBody>
      </p:sp>
    </p:spTree>
    <p:extLst>
      <p:ext uri="{BB962C8B-B14F-4D97-AF65-F5344CB8AC3E}">
        <p14:creationId xmlns:p14="http://schemas.microsoft.com/office/powerpoint/2010/main" val="3032275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84E7C97B-671B-26E2-998E-EB4D9F73078D}"/>
              </a:ext>
            </a:extLst>
          </p:cNvPr>
          <p:cNvSpPr/>
          <p:nvPr/>
        </p:nvSpPr>
        <p:spPr>
          <a:xfrm>
            <a:off x="4495800" y="0"/>
            <a:ext cx="3976688" cy="685800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" name="Rectángulo: esquinas redondeadas 2">
            <a:hlinkClick r:id="" action="ppaction://noaction"/>
            <a:extLst>
              <a:ext uri="{FF2B5EF4-FFF2-40B4-BE49-F238E27FC236}">
                <a16:creationId xmlns:a16="http://schemas.microsoft.com/office/drawing/2014/main" id="{86990748-14EE-A0E2-FE6A-3DF947425662}"/>
              </a:ext>
            </a:extLst>
          </p:cNvPr>
          <p:cNvSpPr/>
          <p:nvPr/>
        </p:nvSpPr>
        <p:spPr>
          <a:xfrm>
            <a:off x="4957762" y="6467204"/>
            <a:ext cx="3255101" cy="29289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dirty="0">
                <a:latin typeface="Century Gothic" panose="020B0502020202020204" pitchFamily="34" charset="0"/>
              </a:rPr>
              <a:t>CONTINUAR</a:t>
            </a:r>
            <a:endParaRPr lang="es-PE" sz="1500" dirty="0">
              <a:latin typeface="Century Gothic" panose="020B0502020202020204" pitchFamily="34" charset="0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59C9AD9F-6247-9E30-E17F-FEE926525BDB}"/>
              </a:ext>
            </a:extLst>
          </p:cNvPr>
          <p:cNvCxnSpPr/>
          <p:nvPr/>
        </p:nvCxnSpPr>
        <p:spPr>
          <a:xfrm>
            <a:off x="4495800" y="6309360"/>
            <a:ext cx="39766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lipse 4">
            <a:extLst>
              <a:ext uri="{FF2B5EF4-FFF2-40B4-BE49-F238E27FC236}">
                <a16:creationId xmlns:a16="http://schemas.microsoft.com/office/drawing/2014/main" id="{42FB1BFC-740B-AA7E-9FC7-4C206D1248BD}"/>
              </a:ext>
            </a:extLst>
          </p:cNvPr>
          <p:cNvSpPr/>
          <p:nvPr/>
        </p:nvSpPr>
        <p:spPr>
          <a:xfrm>
            <a:off x="3738372" y="91440"/>
            <a:ext cx="374904" cy="3749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dirty="0"/>
              <a:t>1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7F7057-52AA-7FEC-ACC9-9A82F173FFCD}"/>
              </a:ext>
            </a:extLst>
          </p:cNvPr>
          <p:cNvSpPr/>
          <p:nvPr/>
        </p:nvSpPr>
        <p:spPr>
          <a:xfrm>
            <a:off x="4609473" y="3483664"/>
            <a:ext cx="1145671" cy="1567631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F02B919-4688-7B35-4A95-4E30B1ED3F21}"/>
              </a:ext>
            </a:extLst>
          </p:cNvPr>
          <p:cNvSpPr/>
          <p:nvPr/>
        </p:nvSpPr>
        <p:spPr>
          <a:xfrm>
            <a:off x="5932084" y="3483660"/>
            <a:ext cx="1145671" cy="1567631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58B678B-3C88-769D-0479-C3E23D565BAD}"/>
              </a:ext>
            </a:extLst>
          </p:cNvPr>
          <p:cNvSpPr/>
          <p:nvPr/>
        </p:nvSpPr>
        <p:spPr>
          <a:xfrm>
            <a:off x="7215148" y="3468903"/>
            <a:ext cx="1145671" cy="1567631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4D015B-6A86-7707-D1F6-55423584EC17}"/>
              </a:ext>
            </a:extLst>
          </p:cNvPr>
          <p:cNvSpPr txBox="1"/>
          <p:nvPr/>
        </p:nvSpPr>
        <p:spPr>
          <a:xfrm>
            <a:off x="189230" y="1677360"/>
            <a:ext cx="492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800" dirty="0">
                <a:latin typeface="FontAwesome" pitchFamily="2" charset="0"/>
              </a:rPr>
              <a:t>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62142DC-F4FC-E235-3764-89B9D61509E8}"/>
              </a:ext>
            </a:extLst>
          </p:cNvPr>
          <p:cNvSpPr txBox="1"/>
          <p:nvPr/>
        </p:nvSpPr>
        <p:spPr>
          <a:xfrm>
            <a:off x="189230" y="2091370"/>
            <a:ext cx="492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800" dirty="0">
                <a:latin typeface="FontAwesome" pitchFamily="2" charset="0"/>
              </a:rPr>
              <a:t>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C8E52E-22AB-1E16-78A1-F4A3EE650198}"/>
              </a:ext>
            </a:extLst>
          </p:cNvPr>
          <p:cNvSpPr txBox="1"/>
          <p:nvPr/>
        </p:nvSpPr>
        <p:spPr>
          <a:xfrm>
            <a:off x="4975660" y="4022811"/>
            <a:ext cx="4924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200" dirty="0">
                <a:latin typeface="FontAwesome" pitchFamily="2" charset="0"/>
              </a:rPr>
              <a:t>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E184AB3-4845-C015-0807-2A7934778CBC}"/>
              </a:ext>
            </a:extLst>
          </p:cNvPr>
          <p:cNvSpPr txBox="1"/>
          <p:nvPr/>
        </p:nvSpPr>
        <p:spPr>
          <a:xfrm>
            <a:off x="7557187" y="4005091"/>
            <a:ext cx="4924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200" dirty="0">
                <a:latin typeface="FontAwesome" pitchFamily="2" charset="0"/>
              </a:rPr>
              <a:t>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65586F7-B61C-B061-FB8C-2854C67F4BA2}"/>
              </a:ext>
            </a:extLst>
          </p:cNvPr>
          <p:cNvSpPr txBox="1"/>
          <p:nvPr/>
        </p:nvSpPr>
        <p:spPr>
          <a:xfrm>
            <a:off x="435451" y="2727411"/>
            <a:ext cx="4924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200" dirty="0">
                <a:latin typeface="FontAwesome" pitchFamily="2" charset="0"/>
              </a:rPr>
              <a:t>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C3C6E9E-E971-7550-3013-893D10F6A4F9}"/>
              </a:ext>
            </a:extLst>
          </p:cNvPr>
          <p:cNvSpPr txBox="1"/>
          <p:nvPr/>
        </p:nvSpPr>
        <p:spPr>
          <a:xfrm>
            <a:off x="6308601" y="4022810"/>
            <a:ext cx="4924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200" dirty="0">
                <a:latin typeface="FontAwesome" pitchFamily="2" charset="0"/>
              </a:rPr>
              <a:t>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BB281D2-8AF4-2944-BA4E-2A3BFF8D7202}"/>
              </a:ext>
            </a:extLst>
          </p:cNvPr>
          <p:cNvSpPr txBox="1"/>
          <p:nvPr/>
        </p:nvSpPr>
        <p:spPr>
          <a:xfrm>
            <a:off x="5179080" y="986008"/>
            <a:ext cx="2651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00" b="1" dirty="0">
                <a:latin typeface="Century Gothic" panose="020B0502020202020204" pitchFamily="34" charset="0"/>
              </a:rPr>
              <a:t>Sube algunas fotos tuyas</a:t>
            </a:r>
            <a:endParaRPr lang="es-PE" sz="1600" b="1" dirty="0">
              <a:latin typeface="Century Gothic" panose="020B050202020202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87F0E66-8F6C-ECA1-CBB9-EF71FFA8933A}"/>
              </a:ext>
            </a:extLst>
          </p:cNvPr>
          <p:cNvSpPr txBox="1"/>
          <p:nvPr/>
        </p:nvSpPr>
        <p:spPr>
          <a:xfrm>
            <a:off x="343608" y="3515562"/>
            <a:ext cx="28696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00" b="1" dirty="0" err="1">
                <a:latin typeface="Century Gothic" panose="020B0502020202020204" pitchFamily="34" charset="0"/>
              </a:rPr>
              <a:t>consectetur</a:t>
            </a:r>
            <a:r>
              <a:rPr lang="es-ES" sz="1600" b="1" dirty="0">
                <a:latin typeface="Century Gothic" panose="020B0502020202020204" pitchFamily="34" charset="0"/>
              </a:rPr>
              <a:t> </a:t>
            </a:r>
            <a:r>
              <a:rPr lang="es-ES" sz="1600" b="1" dirty="0" err="1">
                <a:latin typeface="Century Gothic" panose="020B0502020202020204" pitchFamily="34" charset="0"/>
              </a:rPr>
              <a:t>adipiscing</a:t>
            </a:r>
            <a:r>
              <a:rPr lang="es-ES" sz="1600" b="1" dirty="0">
                <a:latin typeface="Century Gothic" panose="020B0502020202020204" pitchFamily="34" charset="0"/>
              </a:rPr>
              <a:t> </a:t>
            </a:r>
            <a:r>
              <a:rPr lang="es-ES" sz="1600" b="1" dirty="0" err="1">
                <a:latin typeface="Century Gothic" panose="020B0502020202020204" pitchFamily="34" charset="0"/>
              </a:rPr>
              <a:t>elit</a:t>
            </a:r>
            <a:r>
              <a:rPr lang="es-ES" sz="1600" b="1" dirty="0">
                <a:latin typeface="Century Gothic" panose="020B0502020202020204" pitchFamily="34" charset="0"/>
              </a:rPr>
              <a:t> </a:t>
            </a:r>
          </a:p>
          <a:p>
            <a:pPr algn="ctr"/>
            <a:r>
              <a:rPr lang="es-ES" sz="1600" b="1" dirty="0">
                <a:latin typeface="Century Gothic" panose="020B0502020202020204" pitchFamily="34" charset="0"/>
              </a:rPr>
              <a:t>justo </a:t>
            </a:r>
            <a:r>
              <a:rPr lang="es-ES" sz="1600" b="1" dirty="0" err="1">
                <a:latin typeface="Century Gothic" panose="020B0502020202020204" pitchFamily="34" charset="0"/>
              </a:rPr>
              <a:t>fringilla</a:t>
            </a:r>
            <a:endParaRPr lang="es-PE" sz="1600" b="1" dirty="0">
              <a:latin typeface="Century Gothic" panose="020B0502020202020204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353BC8A-CF65-C06B-599A-D9D0CB9B051F}"/>
              </a:ext>
            </a:extLst>
          </p:cNvPr>
          <p:cNvSpPr txBox="1"/>
          <p:nvPr/>
        </p:nvSpPr>
        <p:spPr>
          <a:xfrm>
            <a:off x="4962724" y="5336284"/>
            <a:ext cx="34172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1200" dirty="0">
                <a:latin typeface="Century Gothic" panose="020B0502020202020204" pitchFamily="34" charset="0"/>
              </a:rPr>
              <a:t>Sube al menos 3 fotos para continuar, la primera foto será tu foto de perfil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82D988A-520F-C25F-17BD-D21C57A43112}"/>
              </a:ext>
            </a:extLst>
          </p:cNvPr>
          <p:cNvSpPr txBox="1"/>
          <p:nvPr/>
        </p:nvSpPr>
        <p:spPr>
          <a:xfrm>
            <a:off x="4559340" y="5236257"/>
            <a:ext cx="492443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400" dirty="0">
                <a:latin typeface="FontAwesome" pitchFamily="2" charset="0"/>
              </a:rPr>
              <a:t>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1CF56CC1-831A-19A0-E3E3-C423C4BE50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" r="903" b="22481"/>
          <a:stretch>
            <a:fillRect/>
          </a:stretch>
        </p:blipFill>
        <p:spPr>
          <a:xfrm>
            <a:off x="4594146" y="1694064"/>
            <a:ext cx="1223177" cy="1688926"/>
          </a:xfrm>
          <a:custGeom>
            <a:avLst/>
            <a:gdLst>
              <a:gd name="connsiteX0" fmla="*/ 210336 w 1322202"/>
              <a:gd name="connsiteY0" fmla="*/ 0 h 1825657"/>
              <a:gd name="connsiteX1" fmla="*/ 1099824 w 1322202"/>
              <a:gd name="connsiteY1" fmla="*/ 0 h 1825657"/>
              <a:gd name="connsiteX2" fmla="*/ 1322202 w 1322202"/>
              <a:gd name="connsiteY2" fmla="*/ 222378 h 1825657"/>
              <a:gd name="connsiteX3" fmla="*/ 1322202 w 1322202"/>
              <a:gd name="connsiteY3" fmla="*/ 1603279 h 1825657"/>
              <a:gd name="connsiteX4" fmla="*/ 1099824 w 1322202"/>
              <a:gd name="connsiteY4" fmla="*/ 1825657 h 1825657"/>
              <a:gd name="connsiteX5" fmla="*/ 210336 w 1322202"/>
              <a:gd name="connsiteY5" fmla="*/ 1825657 h 1825657"/>
              <a:gd name="connsiteX6" fmla="*/ 5434 w 1322202"/>
              <a:gd name="connsiteY6" fmla="*/ 1689839 h 1825657"/>
              <a:gd name="connsiteX7" fmla="*/ 0 w 1322202"/>
              <a:gd name="connsiteY7" fmla="*/ 1672335 h 1825657"/>
              <a:gd name="connsiteX8" fmla="*/ 0 w 1322202"/>
              <a:gd name="connsiteY8" fmla="*/ 153323 h 1825657"/>
              <a:gd name="connsiteX9" fmla="*/ 5434 w 1322202"/>
              <a:gd name="connsiteY9" fmla="*/ 135819 h 1825657"/>
              <a:gd name="connsiteX10" fmla="*/ 210336 w 1322202"/>
              <a:gd name="connsiteY10" fmla="*/ 0 h 1825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22202" h="1825657">
                <a:moveTo>
                  <a:pt x="210336" y="0"/>
                </a:moveTo>
                <a:lnTo>
                  <a:pt x="1099824" y="0"/>
                </a:lnTo>
                <a:cubicBezTo>
                  <a:pt x="1222640" y="0"/>
                  <a:pt x="1322202" y="99562"/>
                  <a:pt x="1322202" y="222378"/>
                </a:cubicBezTo>
                <a:lnTo>
                  <a:pt x="1322202" y="1603279"/>
                </a:lnTo>
                <a:cubicBezTo>
                  <a:pt x="1322202" y="1726095"/>
                  <a:pt x="1222640" y="1825657"/>
                  <a:pt x="1099824" y="1825657"/>
                </a:cubicBezTo>
                <a:lnTo>
                  <a:pt x="210336" y="1825657"/>
                </a:lnTo>
                <a:cubicBezTo>
                  <a:pt x="118224" y="1825657"/>
                  <a:pt x="39193" y="1769653"/>
                  <a:pt x="5434" y="1689839"/>
                </a:cubicBezTo>
                <a:lnTo>
                  <a:pt x="0" y="1672335"/>
                </a:lnTo>
                <a:lnTo>
                  <a:pt x="0" y="153323"/>
                </a:lnTo>
                <a:lnTo>
                  <a:pt x="5434" y="135819"/>
                </a:lnTo>
                <a:cubicBezTo>
                  <a:pt x="39193" y="56004"/>
                  <a:pt x="118224" y="0"/>
                  <a:pt x="210336" y="0"/>
                </a:cubicBezTo>
                <a:close/>
              </a:path>
            </a:pathLst>
          </a:cu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78049A37-8D12-0DEF-6125-72F14B65C8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" r="903" b="22481"/>
          <a:stretch>
            <a:fillRect/>
          </a:stretch>
        </p:blipFill>
        <p:spPr>
          <a:xfrm>
            <a:off x="5871071" y="1691666"/>
            <a:ext cx="1223177" cy="1688926"/>
          </a:xfrm>
          <a:custGeom>
            <a:avLst/>
            <a:gdLst>
              <a:gd name="connsiteX0" fmla="*/ 210336 w 1322202"/>
              <a:gd name="connsiteY0" fmla="*/ 0 h 1825657"/>
              <a:gd name="connsiteX1" fmla="*/ 1099824 w 1322202"/>
              <a:gd name="connsiteY1" fmla="*/ 0 h 1825657"/>
              <a:gd name="connsiteX2" fmla="*/ 1322202 w 1322202"/>
              <a:gd name="connsiteY2" fmla="*/ 222378 h 1825657"/>
              <a:gd name="connsiteX3" fmla="*/ 1322202 w 1322202"/>
              <a:gd name="connsiteY3" fmla="*/ 1603279 h 1825657"/>
              <a:gd name="connsiteX4" fmla="*/ 1099824 w 1322202"/>
              <a:gd name="connsiteY4" fmla="*/ 1825657 h 1825657"/>
              <a:gd name="connsiteX5" fmla="*/ 210336 w 1322202"/>
              <a:gd name="connsiteY5" fmla="*/ 1825657 h 1825657"/>
              <a:gd name="connsiteX6" fmla="*/ 5434 w 1322202"/>
              <a:gd name="connsiteY6" fmla="*/ 1689839 h 1825657"/>
              <a:gd name="connsiteX7" fmla="*/ 0 w 1322202"/>
              <a:gd name="connsiteY7" fmla="*/ 1672335 h 1825657"/>
              <a:gd name="connsiteX8" fmla="*/ 0 w 1322202"/>
              <a:gd name="connsiteY8" fmla="*/ 153323 h 1825657"/>
              <a:gd name="connsiteX9" fmla="*/ 5434 w 1322202"/>
              <a:gd name="connsiteY9" fmla="*/ 135819 h 1825657"/>
              <a:gd name="connsiteX10" fmla="*/ 210336 w 1322202"/>
              <a:gd name="connsiteY10" fmla="*/ 0 h 1825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22202" h="1825657">
                <a:moveTo>
                  <a:pt x="210336" y="0"/>
                </a:moveTo>
                <a:lnTo>
                  <a:pt x="1099824" y="0"/>
                </a:lnTo>
                <a:cubicBezTo>
                  <a:pt x="1222640" y="0"/>
                  <a:pt x="1322202" y="99562"/>
                  <a:pt x="1322202" y="222378"/>
                </a:cubicBezTo>
                <a:lnTo>
                  <a:pt x="1322202" y="1603279"/>
                </a:lnTo>
                <a:cubicBezTo>
                  <a:pt x="1322202" y="1726095"/>
                  <a:pt x="1222640" y="1825657"/>
                  <a:pt x="1099824" y="1825657"/>
                </a:cubicBezTo>
                <a:lnTo>
                  <a:pt x="210336" y="1825657"/>
                </a:lnTo>
                <a:cubicBezTo>
                  <a:pt x="118224" y="1825657"/>
                  <a:pt x="39193" y="1769653"/>
                  <a:pt x="5434" y="1689839"/>
                </a:cubicBezTo>
                <a:lnTo>
                  <a:pt x="0" y="1672335"/>
                </a:lnTo>
                <a:lnTo>
                  <a:pt x="0" y="153323"/>
                </a:lnTo>
                <a:lnTo>
                  <a:pt x="5434" y="135819"/>
                </a:lnTo>
                <a:cubicBezTo>
                  <a:pt x="39193" y="56004"/>
                  <a:pt x="118224" y="0"/>
                  <a:pt x="210336" y="0"/>
                </a:cubicBezTo>
                <a:close/>
              </a:path>
            </a:pathLst>
          </a:cu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85D69430-6BC6-E628-FFF8-EB84377B57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8" r="903" b="22481"/>
          <a:stretch>
            <a:fillRect/>
          </a:stretch>
        </p:blipFill>
        <p:spPr>
          <a:xfrm>
            <a:off x="7147996" y="1702657"/>
            <a:ext cx="1223177" cy="1688926"/>
          </a:xfrm>
          <a:custGeom>
            <a:avLst/>
            <a:gdLst>
              <a:gd name="connsiteX0" fmla="*/ 210336 w 1322202"/>
              <a:gd name="connsiteY0" fmla="*/ 0 h 1825657"/>
              <a:gd name="connsiteX1" fmla="*/ 1099824 w 1322202"/>
              <a:gd name="connsiteY1" fmla="*/ 0 h 1825657"/>
              <a:gd name="connsiteX2" fmla="*/ 1322202 w 1322202"/>
              <a:gd name="connsiteY2" fmla="*/ 222378 h 1825657"/>
              <a:gd name="connsiteX3" fmla="*/ 1322202 w 1322202"/>
              <a:gd name="connsiteY3" fmla="*/ 1603279 h 1825657"/>
              <a:gd name="connsiteX4" fmla="*/ 1099824 w 1322202"/>
              <a:gd name="connsiteY4" fmla="*/ 1825657 h 1825657"/>
              <a:gd name="connsiteX5" fmla="*/ 210336 w 1322202"/>
              <a:gd name="connsiteY5" fmla="*/ 1825657 h 1825657"/>
              <a:gd name="connsiteX6" fmla="*/ 5434 w 1322202"/>
              <a:gd name="connsiteY6" fmla="*/ 1689839 h 1825657"/>
              <a:gd name="connsiteX7" fmla="*/ 0 w 1322202"/>
              <a:gd name="connsiteY7" fmla="*/ 1672335 h 1825657"/>
              <a:gd name="connsiteX8" fmla="*/ 0 w 1322202"/>
              <a:gd name="connsiteY8" fmla="*/ 153323 h 1825657"/>
              <a:gd name="connsiteX9" fmla="*/ 5434 w 1322202"/>
              <a:gd name="connsiteY9" fmla="*/ 135819 h 1825657"/>
              <a:gd name="connsiteX10" fmla="*/ 210336 w 1322202"/>
              <a:gd name="connsiteY10" fmla="*/ 0 h 1825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22202" h="1825657">
                <a:moveTo>
                  <a:pt x="210336" y="0"/>
                </a:moveTo>
                <a:lnTo>
                  <a:pt x="1099824" y="0"/>
                </a:lnTo>
                <a:cubicBezTo>
                  <a:pt x="1222640" y="0"/>
                  <a:pt x="1322202" y="99562"/>
                  <a:pt x="1322202" y="222378"/>
                </a:cubicBezTo>
                <a:lnTo>
                  <a:pt x="1322202" y="1603279"/>
                </a:lnTo>
                <a:cubicBezTo>
                  <a:pt x="1322202" y="1726095"/>
                  <a:pt x="1222640" y="1825657"/>
                  <a:pt x="1099824" y="1825657"/>
                </a:cubicBezTo>
                <a:lnTo>
                  <a:pt x="210336" y="1825657"/>
                </a:lnTo>
                <a:cubicBezTo>
                  <a:pt x="118224" y="1825657"/>
                  <a:pt x="39193" y="1769653"/>
                  <a:pt x="5434" y="1689839"/>
                </a:cubicBezTo>
                <a:lnTo>
                  <a:pt x="0" y="1672335"/>
                </a:lnTo>
                <a:lnTo>
                  <a:pt x="0" y="153323"/>
                </a:lnTo>
                <a:lnTo>
                  <a:pt x="5434" y="135819"/>
                </a:lnTo>
                <a:cubicBezTo>
                  <a:pt x="39193" y="56004"/>
                  <a:pt x="118224" y="0"/>
                  <a:pt x="210336" y="0"/>
                </a:cubicBezTo>
                <a:close/>
              </a:path>
            </a:pathLst>
          </a:cu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4896CFD0-2620-E584-1A28-108185594C20}"/>
              </a:ext>
            </a:extLst>
          </p:cNvPr>
          <p:cNvSpPr txBox="1"/>
          <p:nvPr/>
        </p:nvSpPr>
        <p:spPr>
          <a:xfrm>
            <a:off x="5262701" y="1643930"/>
            <a:ext cx="492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800" dirty="0">
                <a:latin typeface="FontAwesome" pitchFamily="2" charset="0"/>
              </a:rPr>
              <a:t>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30138EF-2DAE-B3CE-4CD3-0048C99E5ADD}"/>
              </a:ext>
            </a:extLst>
          </p:cNvPr>
          <p:cNvSpPr txBox="1"/>
          <p:nvPr/>
        </p:nvSpPr>
        <p:spPr>
          <a:xfrm>
            <a:off x="6585312" y="1643928"/>
            <a:ext cx="492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800" dirty="0">
                <a:latin typeface="FontAwesome" pitchFamily="2" charset="0"/>
              </a:rPr>
              <a:t>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AB06A2F8-07A6-2A73-3FA0-4C0E3F19E4E7}"/>
              </a:ext>
            </a:extLst>
          </p:cNvPr>
          <p:cNvSpPr txBox="1"/>
          <p:nvPr/>
        </p:nvSpPr>
        <p:spPr>
          <a:xfrm>
            <a:off x="7892163" y="1650504"/>
            <a:ext cx="4924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2800" dirty="0">
                <a:latin typeface="FontAwesome" pitchFamily="2" charset="0"/>
              </a:rPr>
              <a:t>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ADCAC82-ECA3-F666-CFCB-E549AFFFABCE}"/>
              </a:ext>
            </a:extLst>
          </p:cNvPr>
          <p:cNvSpPr txBox="1"/>
          <p:nvPr/>
        </p:nvSpPr>
        <p:spPr>
          <a:xfrm>
            <a:off x="8646242" y="1130556"/>
            <a:ext cx="68320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Fich</a:t>
            </a:r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mod05</a:t>
            </a:r>
          </a:p>
        </p:txBody>
      </p:sp>
    </p:spTree>
    <p:extLst>
      <p:ext uri="{BB962C8B-B14F-4D97-AF65-F5344CB8AC3E}">
        <p14:creationId xmlns:p14="http://schemas.microsoft.com/office/powerpoint/2010/main" val="1251414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7F6C7F12-B423-6B30-9B44-721BAFFA1109}"/>
              </a:ext>
            </a:extLst>
          </p:cNvPr>
          <p:cNvSpPr/>
          <p:nvPr/>
        </p:nvSpPr>
        <p:spPr>
          <a:xfrm>
            <a:off x="4495800" y="0"/>
            <a:ext cx="3976688" cy="685800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AE5D0B1-925A-6352-9152-199E53EB8B0A}"/>
              </a:ext>
            </a:extLst>
          </p:cNvPr>
          <p:cNvSpPr txBox="1"/>
          <p:nvPr/>
        </p:nvSpPr>
        <p:spPr>
          <a:xfrm>
            <a:off x="5098192" y="1728351"/>
            <a:ext cx="27719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00" b="1" dirty="0">
                <a:latin typeface="Century Gothic" panose="020B0502020202020204" pitchFamily="34" charset="0"/>
              </a:rPr>
              <a:t>¿Cuales son tus intereses?</a:t>
            </a:r>
            <a:endParaRPr lang="es-PE" sz="1600" b="1" dirty="0">
              <a:latin typeface="Century Gothic" panose="020B0502020202020204" pitchFamily="34" charset="0"/>
            </a:endParaRPr>
          </a:p>
        </p:txBody>
      </p:sp>
      <p:sp>
        <p:nvSpPr>
          <p:cNvPr id="4" name="Rectángulo: esquinas redondeadas 3">
            <a:hlinkClick r:id="" action="ppaction://noaction"/>
            <a:extLst>
              <a:ext uri="{FF2B5EF4-FFF2-40B4-BE49-F238E27FC236}">
                <a16:creationId xmlns:a16="http://schemas.microsoft.com/office/drawing/2014/main" id="{979DEF9A-12AD-7EAB-8B96-D718D79CFF14}"/>
              </a:ext>
            </a:extLst>
          </p:cNvPr>
          <p:cNvSpPr/>
          <p:nvPr/>
        </p:nvSpPr>
        <p:spPr>
          <a:xfrm>
            <a:off x="4957762" y="6467204"/>
            <a:ext cx="3255101" cy="29289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dirty="0">
                <a:latin typeface="Century Gothic" panose="020B0502020202020204" pitchFamily="34" charset="0"/>
              </a:rPr>
              <a:t>CONTINUAR</a:t>
            </a:r>
            <a:endParaRPr lang="es-PE" sz="1500" dirty="0">
              <a:latin typeface="Century Gothic" panose="020B0502020202020204" pitchFamily="34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E40623D-866A-4963-F7F4-3D71CA8D4251}"/>
              </a:ext>
            </a:extLst>
          </p:cNvPr>
          <p:cNvCxnSpPr/>
          <p:nvPr/>
        </p:nvCxnSpPr>
        <p:spPr>
          <a:xfrm>
            <a:off x="4495800" y="6309360"/>
            <a:ext cx="39766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DF856EC9-D067-59E6-BF63-512D6270B2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161253"/>
              </p:ext>
            </p:extLst>
          </p:nvPr>
        </p:nvGraphicFramePr>
        <p:xfrm>
          <a:off x="4617720" y="3127248"/>
          <a:ext cx="376732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">
                  <a:extLst>
                    <a:ext uri="{9D8B030D-6E8A-4147-A177-3AD203B41FA5}">
                      <a16:colId xmlns:a16="http://schemas.microsoft.com/office/drawing/2014/main" val="158227194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1520087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PE" sz="1200" b="0" dirty="0">
                        <a:solidFill>
                          <a:schemeClr val="tx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 err="1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Compañia</a:t>
                      </a: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 </a:t>
                      </a:r>
                      <a:r>
                        <a:rPr lang="pt-BR" sz="1200" b="0" dirty="0" err="1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en</a:t>
                      </a: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 discoteca</a:t>
                      </a:r>
                      <a:endParaRPr lang="es-PE" sz="1200" b="0" dirty="0">
                        <a:solidFill>
                          <a:schemeClr val="tx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657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 sz="1200" b="0" kern="1200" dirty="0">
                        <a:solidFill>
                          <a:schemeClr val="tx1"/>
                        </a:solidFill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Viajar juntos</a:t>
                      </a:r>
                      <a:endParaRPr lang="es-PE" sz="1200" b="0" kern="1200" dirty="0">
                        <a:solidFill>
                          <a:schemeClr val="tx1"/>
                        </a:solidFill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649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Amigos </a:t>
                      </a:r>
                      <a:r>
                        <a:rPr lang="pt-BR" sz="1200" b="0" kern="1200" dirty="0" err="1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con</a:t>
                      </a:r>
                      <a:r>
                        <a:rPr lang="pt-BR" sz="1200" b="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 </a:t>
                      </a:r>
                      <a:r>
                        <a:rPr lang="pt-BR" sz="1200" b="0" kern="1200" dirty="0" err="1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beneficios</a:t>
                      </a:r>
                      <a:endParaRPr lang="es-PE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0009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PE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kern="1200" dirty="0" err="1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Relacion</a:t>
                      </a:r>
                      <a:r>
                        <a:rPr lang="pt-BR" sz="1200" b="0" kern="12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 virtual y </a:t>
                      </a:r>
                      <a:r>
                        <a:rPr lang="pt-BR" sz="1200" b="0" kern="1200" dirty="0" err="1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videollamadas</a:t>
                      </a:r>
                      <a:endParaRPr lang="es-PE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408907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30ABC226-B47C-F413-C91A-C83915845621}"/>
              </a:ext>
            </a:extLst>
          </p:cNvPr>
          <p:cNvSpPr/>
          <p:nvPr/>
        </p:nvSpPr>
        <p:spPr>
          <a:xfrm>
            <a:off x="4617720" y="4278050"/>
            <a:ext cx="274320" cy="274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200" dirty="0">
                <a:latin typeface="FontAwesome" pitchFamily="2" charset="0"/>
              </a:rPr>
              <a:t>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796B554-2A46-DAF4-C987-64ECEA1E7786}"/>
              </a:ext>
            </a:extLst>
          </p:cNvPr>
          <p:cNvSpPr/>
          <p:nvPr/>
        </p:nvSpPr>
        <p:spPr>
          <a:xfrm>
            <a:off x="4617720" y="3910583"/>
            <a:ext cx="274320" cy="274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200" dirty="0">
                <a:latin typeface="FontAwesome" pitchFamily="2" charset="0"/>
              </a:rPr>
              <a:t>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1C6A75A-16DE-24B2-3BEA-D847D64DF910}"/>
              </a:ext>
            </a:extLst>
          </p:cNvPr>
          <p:cNvSpPr/>
          <p:nvPr/>
        </p:nvSpPr>
        <p:spPr>
          <a:xfrm>
            <a:off x="4617720" y="3558031"/>
            <a:ext cx="274320" cy="274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200" dirty="0">
                <a:latin typeface="FontAwesome" pitchFamily="2" charset="0"/>
              </a:rPr>
              <a:t>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1EFE43C-5278-77E2-4E93-FFF192254F50}"/>
              </a:ext>
            </a:extLst>
          </p:cNvPr>
          <p:cNvSpPr/>
          <p:nvPr/>
        </p:nvSpPr>
        <p:spPr>
          <a:xfrm>
            <a:off x="4617720" y="3154680"/>
            <a:ext cx="274320" cy="274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200" dirty="0">
                <a:latin typeface="FontAwesome" pitchFamily="2" charset="0"/>
              </a:rPr>
              <a:t>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BC554DE-0B2E-4C16-7F35-E747EFF2E304}"/>
              </a:ext>
            </a:extLst>
          </p:cNvPr>
          <p:cNvSpPr txBox="1"/>
          <p:nvPr/>
        </p:nvSpPr>
        <p:spPr>
          <a:xfrm>
            <a:off x="8646242" y="1130556"/>
            <a:ext cx="3116559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Fich</a:t>
            </a:r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Mod03</a:t>
            </a: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agregar interés</a:t>
            </a: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Compañía para conciertos</a:t>
            </a: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s-P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Este de agregar interés se maneja como</a:t>
            </a: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Una recomendación mas desde la misma</a:t>
            </a:r>
          </a:p>
          <a:p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cuents</a:t>
            </a:r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xq</a:t>
            </a:r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puede agregar servicios </a:t>
            </a:r>
          </a:p>
          <a:p>
            <a:r>
              <a:rPr lang="es-PE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Impropios y deben ser controlados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6F8223C-998D-5D34-CB4D-06AD11056A23}"/>
              </a:ext>
            </a:extLst>
          </p:cNvPr>
          <p:cNvSpPr/>
          <p:nvPr/>
        </p:nvSpPr>
        <p:spPr>
          <a:xfrm>
            <a:off x="274620" y="1314450"/>
            <a:ext cx="3934261" cy="43198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4763434-5607-3F5E-62AB-6B3EB1DC482D}"/>
              </a:ext>
            </a:extLst>
          </p:cNvPr>
          <p:cNvSpPr/>
          <p:nvPr/>
        </p:nvSpPr>
        <p:spPr>
          <a:xfrm>
            <a:off x="274620" y="282447"/>
            <a:ext cx="3255101" cy="29289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dirty="0">
                <a:latin typeface="Century Gothic" panose="020B0502020202020204" pitchFamily="34" charset="0"/>
              </a:rPr>
              <a:t>AGREGAR INTERES</a:t>
            </a:r>
            <a:endParaRPr lang="es-PE" sz="1500" dirty="0">
              <a:latin typeface="Century Gothic" panose="020B0502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AF20C53-61B0-BD19-C529-ED554F0D5CCA}"/>
              </a:ext>
            </a:extLst>
          </p:cNvPr>
          <p:cNvSpPr txBox="1"/>
          <p:nvPr/>
        </p:nvSpPr>
        <p:spPr>
          <a:xfrm>
            <a:off x="10920634" y="282447"/>
            <a:ext cx="42363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8000" dirty="0">
                <a:solidFill>
                  <a:srgbClr val="C00000"/>
                </a:solidFill>
                <a:latin typeface="FontAwesome" pitchFamily="2" charset="0"/>
              </a:rPr>
              <a:t>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0E44A83-2080-60F8-3CAF-79E3DD99EFFB}"/>
              </a:ext>
            </a:extLst>
          </p:cNvPr>
          <p:cNvSpPr/>
          <p:nvPr/>
        </p:nvSpPr>
        <p:spPr>
          <a:xfrm>
            <a:off x="614198" y="4234861"/>
            <a:ext cx="3255101" cy="292894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500" dirty="0">
                <a:latin typeface="Century Gothic" panose="020B0502020202020204" pitchFamily="34" charset="0"/>
              </a:rPr>
              <a:t>AGREGAR</a:t>
            </a:r>
            <a:endParaRPr lang="es-PE" sz="1500" dirty="0">
              <a:latin typeface="Century Gothic" panose="020B0502020202020204" pitchFamily="34" charset="0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398B6666-D6C9-AF7F-41DD-2CA982FC6371}"/>
              </a:ext>
            </a:extLst>
          </p:cNvPr>
          <p:cNvSpPr/>
          <p:nvPr/>
        </p:nvSpPr>
        <p:spPr>
          <a:xfrm>
            <a:off x="614199" y="2724327"/>
            <a:ext cx="3255101" cy="110802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30D2D09-6A65-8497-38B3-1F1B58304DF8}"/>
              </a:ext>
            </a:extLst>
          </p:cNvPr>
          <p:cNvSpPr txBox="1"/>
          <p:nvPr/>
        </p:nvSpPr>
        <p:spPr>
          <a:xfrm>
            <a:off x="756095" y="2066905"/>
            <a:ext cx="28328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600" b="1" dirty="0">
                <a:latin typeface="Century Gothic" panose="020B0502020202020204" pitchFamily="34" charset="0"/>
              </a:rPr>
              <a:t>Que buscas en un hombre</a:t>
            </a:r>
            <a:endParaRPr lang="es-PE" sz="1600" b="1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542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79E965E9-54E0-C245-9AD1-EF55CAF66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337" y="2914650"/>
            <a:ext cx="9077325" cy="10287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86BF661-39B8-CFED-EFA2-79A756590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087" y="4378978"/>
            <a:ext cx="9172575" cy="9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01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75B4374-8EB1-92E4-C6C6-7156DDE7B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662" y="1362075"/>
            <a:ext cx="5400675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213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E1353B3-3373-B651-FB39-47D4D7404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628" y="599515"/>
            <a:ext cx="5457825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2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2030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2329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7186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22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24001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6086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7889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073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02706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2722</TotalTime>
  <Words>140</Words>
  <Application>Microsoft Office PowerPoint</Application>
  <PresentationFormat>Panorámica</PresentationFormat>
  <Paragraphs>67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Century Gothic</vt:lpstr>
      <vt:lpstr>FontAwesome</vt:lpstr>
      <vt:lpstr>Times New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user</dc:creator>
  <cp:lastModifiedBy>user</cp:lastModifiedBy>
  <cp:revision>2</cp:revision>
  <dcterms:created xsi:type="dcterms:W3CDTF">2025-12-16T07:21:24Z</dcterms:created>
  <dcterms:modified xsi:type="dcterms:W3CDTF">2025-12-30T16:57:03Z</dcterms:modified>
</cp:coreProperties>
</file>